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  <p:sldMasterId id="2147483657" r:id="rId3"/>
    <p:sldMasterId id="2147483663" r:id="rId4"/>
    <p:sldMasterId id="2147483669" r:id="rId5"/>
  </p:sldMasterIdLst>
  <p:notesMasterIdLst>
    <p:notesMasterId r:id="rId38"/>
  </p:notesMasterIdLst>
  <p:sldIdLst>
    <p:sldId id="314" r:id="rId6"/>
    <p:sldId id="315" r:id="rId7"/>
    <p:sldId id="316" r:id="rId8"/>
    <p:sldId id="317" r:id="rId9"/>
    <p:sldId id="318" r:id="rId10"/>
    <p:sldId id="319" r:id="rId11"/>
    <p:sldId id="320" r:id="rId12"/>
    <p:sldId id="256" r:id="rId13"/>
    <p:sldId id="258" r:id="rId14"/>
    <p:sldId id="260" r:id="rId15"/>
    <p:sldId id="263" r:id="rId16"/>
    <p:sldId id="264" r:id="rId17"/>
    <p:sldId id="265" r:id="rId18"/>
    <p:sldId id="267" r:id="rId19"/>
    <p:sldId id="268" r:id="rId20"/>
    <p:sldId id="269" r:id="rId21"/>
    <p:sldId id="303" r:id="rId22"/>
    <p:sldId id="321" r:id="rId23"/>
    <p:sldId id="271" r:id="rId24"/>
    <p:sldId id="272" r:id="rId25"/>
    <p:sldId id="273" r:id="rId26"/>
    <p:sldId id="304" r:id="rId27"/>
    <p:sldId id="276" r:id="rId28"/>
    <p:sldId id="277" r:id="rId29"/>
    <p:sldId id="305" r:id="rId30"/>
    <p:sldId id="306" r:id="rId31"/>
    <p:sldId id="308" r:id="rId32"/>
    <p:sldId id="309" r:id="rId33"/>
    <p:sldId id="310" r:id="rId34"/>
    <p:sldId id="311" r:id="rId35"/>
    <p:sldId id="312" r:id="rId36"/>
    <p:sldId id="313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1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39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016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Refined from uploaded Week-8 slides 1–7. These slides are a bridge, not a second full similarity-search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uploaded Week-8 slide 9. Ambiguity is deliberate: strings that look similar may refer to different premises.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69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08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30786"/>
          </a:xfrm>
        </p:spPr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660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96471" y="177040"/>
            <a:ext cx="3871321" cy="644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8299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30786"/>
          </a:xfrm>
        </p:spPr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1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926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30786"/>
          </a:xfrm>
        </p:spPr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02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86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83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30786"/>
          </a:xfrm>
        </p:spPr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30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96471" y="177040"/>
            <a:ext cx="3871321" cy="644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8299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30786"/>
          </a:xfrm>
        </p:spPr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1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665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30786"/>
          </a:xfrm>
        </p:spPr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318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47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075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30786"/>
          </a:xfrm>
        </p:spPr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229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96471" y="177040"/>
            <a:ext cx="3871321" cy="644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8299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30786"/>
          </a:xfrm>
        </p:spPr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1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179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30786"/>
          </a:xfrm>
        </p:spPr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409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1759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10/12/2026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860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30786"/>
          </a:xfrm>
        </p:spPr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10/12/2026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4949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96471" y="177040"/>
            <a:ext cx="3871321" cy="644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8299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30786"/>
          </a:xfrm>
        </p:spPr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1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10/12/2026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584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30786"/>
          </a:xfrm>
        </p:spPr>
        <p:txBody>
          <a:bodyPr lIns="0" tIns="0" rIns="0" bIns="0"/>
          <a:lstStyle>
            <a:lvl1pPr>
              <a:defRPr sz="3449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10/12/2026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071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10/12/2026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239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4757" y="1959616"/>
            <a:ext cx="992735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96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4757" y="1959616"/>
            <a:ext cx="992735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03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4757" y="1959616"/>
            <a:ext cx="992735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10/11/2026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74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751" y="136742"/>
            <a:ext cx="8292499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0000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4757" y="1959616"/>
            <a:ext cx="992735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1D8BD707-D9CF-40AE-B4C6-C98DA3205C09}" type="datetimeFigureOut">
              <a:rPr lang="en-US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10/12/2026</a:t>
            </a:fld>
            <a:endParaRPr lang="en-US" sz="1634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29909"/>
            <a:fld id="{B6F15528-21DE-4FAA-801E-634DDDAF4B2B}" type="slidenum">
              <a:rPr lang="en-IN" sz="1634" smtClean="0">
                <a:solidFill>
                  <a:prstClr val="black">
                    <a:tint val="75000"/>
                  </a:prstClr>
                </a:solidFill>
              </a:rPr>
              <a:pPr defTabSz="829909"/>
              <a:t>‹#›</a:t>
            </a:fld>
            <a:endParaRPr lang="en-IN" sz="1634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48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2"/>
          <p:cNvSpPr txBox="1">
            <a:spLocks noChangeArrowheads="1"/>
          </p:cNvSpPr>
          <p:nvPr/>
        </p:nvSpPr>
        <p:spPr bwMode="auto">
          <a:xfrm>
            <a:off x="1787525" y="457201"/>
            <a:ext cx="3352200" cy="461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2401">
                <a:solidFill>
                  <a:prstClr val="black"/>
                </a:solidFill>
              </a:rPr>
              <a:t>Recap through exercise --</a:t>
            </a:r>
            <a:endParaRPr lang="en-IN" altLang="en-US" sz="2401">
              <a:solidFill>
                <a:prstClr val="black"/>
              </a:solidFill>
            </a:endParaRPr>
          </a:p>
        </p:txBody>
      </p:sp>
      <p:sp>
        <p:nvSpPr>
          <p:cNvPr id="19459" name="TextBox 3"/>
          <p:cNvSpPr txBox="1">
            <a:spLocks noChangeArrowheads="1"/>
          </p:cNvSpPr>
          <p:nvPr/>
        </p:nvSpPr>
        <p:spPr bwMode="auto">
          <a:xfrm>
            <a:off x="1838325" y="1514476"/>
            <a:ext cx="5227650" cy="2370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2000" dirty="0">
                <a:solidFill>
                  <a:prstClr val="black"/>
                </a:solidFill>
              </a:rPr>
              <a:t>X 	 x</a:t>
            </a:r>
            <a:r>
              <a:rPr lang="en-US" altLang="en-US" sz="2000" baseline="-25000" dirty="0">
                <a:solidFill>
                  <a:prstClr val="black"/>
                </a:solidFill>
              </a:rPr>
              <a:t>1 </a:t>
            </a:r>
            <a:r>
              <a:rPr lang="en-US" altLang="en-US" sz="2000" dirty="0">
                <a:solidFill>
                  <a:prstClr val="black"/>
                </a:solidFill>
              </a:rPr>
              <a:t>: {Block, </a:t>
            </a:r>
            <a:r>
              <a:rPr lang="en-US" altLang="en-US" sz="2000" dirty="0" err="1">
                <a:solidFill>
                  <a:prstClr val="black"/>
                </a:solidFill>
              </a:rPr>
              <a:t>Jeevan</a:t>
            </a:r>
            <a:r>
              <a:rPr lang="en-US" altLang="en-US" sz="2000" dirty="0">
                <a:solidFill>
                  <a:prstClr val="black"/>
                </a:solidFill>
              </a:rPr>
              <a:t>, Cinema, Old, Agra}</a:t>
            </a:r>
          </a:p>
          <a:p>
            <a:pPr defTabSz="829909"/>
            <a:r>
              <a:rPr lang="en-US" altLang="en-US" sz="2000" dirty="0">
                <a:solidFill>
                  <a:prstClr val="black"/>
                </a:solidFill>
              </a:rPr>
              <a:t>	 x</a:t>
            </a:r>
            <a:r>
              <a:rPr lang="en-US" altLang="en-US" sz="2000" baseline="-25000" dirty="0">
                <a:solidFill>
                  <a:prstClr val="black"/>
                </a:solidFill>
              </a:rPr>
              <a:t>2 </a:t>
            </a:r>
            <a:r>
              <a:rPr lang="en-US" altLang="en-US" sz="2000" dirty="0">
                <a:solidFill>
                  <a:prstClr val="black"/>
                </a:solidFill>
              </a:rPr>
              <a:t>: {House, </a:t>
            </a:r>
            <a:r>
              <a:rPr lang="en-US" altLang="en-US" sz="2000" dirty="0" err="1">
                <a:solidFill>
                  <a:prstClr val="black"/>
                </a:solidFill>
              </a:rPr>
              <a:t>Jeevan</a:t>
            </a:r>
            <a:r>
              <a:rPr lang="en-US" altLang="en-US" sz="2000" dirty="0">
                <a:solidFill>
                  <a:prstClr val="black"/>
                </a:solidFill>
              </a:rPr>
              <a:t>, </a:t>
            </a:r>
            <a:r>
              <a:rPr lang="en-US" altLang="en-US" sz="2000" dirty="0" err="1">
                <a:solidFill>
                  <a:prstClr val="black"/>
                </a:solidFill>
              </a:rPr>
              <a:t>Vihar</a:t>
            </a:r>
            <a:r>
              <a:rPr lang="en-US" altLang="en-US" sz="2000" dirty="0">
                <a:solidFill>
                  <a:prstClr val="black"/>
                </a:solidFill>
              </a:rPr>
              <a:t>, Delhi}</a:t>
            </a:r>
          </a:p>
          <a:p>
            <a:pPr defTabSz="829909"/>
            <a:endParaRPr lang="en-US" altLang="en-US" sz="2000" dirty="0">
              <a:solidFill>
                <a:prstClr val="black"/>
              </a:solidFill>
            </a:endParaRPr>
          </a:p>
          <a:p>
            <a:pPr defTabSz="829909"/>
            <a:r>
              <a:rPr lang="en-US" altLang="en-US" sz="2000" dirty="0">
                <a:solidFill>
                  <a:prstClr val="black"/>
                </a:solidFill>
              </a:rPr>
              <a:t>Y	 x</a:t>
            </a:r>
            <a:r>
              <a:rPr lang="en-US" altLang="en-US" sz="2000" baseline="-25000" dirty="0">
                <a:solidFill>
                  <a:prstClr val="black"/>
                </a:solidFill>
              </a:rPr>
              <a:t>3 </a:t>
            </a:r>
            <a:r>
              <a:rPr lang="en-US" altLang="en-US" sz="2000" dirty="0">
                <a:solidFill>
                  <a:prstClr val="black"/>
                </a:solidFill>
              </a:rPr>
              <a:t>: {Block, </a:t>
            </a:r>
            <a:r>
              <a:rPr lang="en-US" altLang="en-US" sz="2000" dirty="0" err="1">
                <a:solidFill>
                  <a:prstClr val="black"/>
                </a:solidFill>
              </a:rPr>
              <a:t>Jeevan</a:t>
            </a:r>
            <a:r>
              <a:rPr lang="en-US" altLang="en-US" sz="2000" dirty="0">
                <a:solidFill>
                  <a:prstClr val="black"/>
                </a:solidFill>
              </a:rPr>
              <a:t>, Cinema, Agra}</a:t>
            </a:r>
          </a:p>
          <a:p>
            <a:pPr defTabSz="829909"/>
            <a:r>
              <a:rPr lang="en-US" altLang="en-US" sz="2000" dirty="0">
                <a:solidFill>
                  <a:prstClr val="black"/>
                </a:solidFill>
              </a:rPr>
              <a:t>	 x</a:t>
            </a:r>
            <a:r>
              <a:rPr lang="en-US" altLang="en-US" sz="2000" baseline="-25000" dirty="0">
                <a:solidFill>
                  <a:prstClr val="black"/>
                </a:solidFill>
              </a:rPr>
              <a:t>4 </a:t>
            </a:r>
            <a:r>
              <a:rPr lang="en-US" altLang="en-US" sz="2000" dirty="0">
                <a:solidFill>
                  <a:prstClr val="black"/>
                </a:solidFill>
              </a:rPr>
              <a:t>: {Building, Ravi, </a:t>
            </a:r>
            <a:r>
              <a:rPr lang="en-US" altLang="en-US" sz="2000" dirty="0" err="1">
                <a:solidFill>
                  <a:prstClr val="black"/>
                </a:solidFill>
              </a:rPr>
              <a:t>Vihar</a:t>
            </a:r>
            <a:r>
              <a:rPr lang="en-US" altLang="en-US" sz="2000" dirty="0">
                <a:solidFill>
                  <a:prstClr val="black"/>
                </a:solidFill>
              </a:rPr>
              <a:t>, New, Delhi}</a:t>
            </a:r>
          </a:p>
          <a:p>
            <a:pPr defTabSz="829909"/>
            <a:r>
              <a:rPr lang="en-US" altLang="en-US" sz="2000" dirty="0">
                <a:solidFill>
                  <a:prstClr val="black"/>
                </a:solidFill>
              </a:rPr>
              <a:t>	 x</a:t>
            </a:r>
            <a:r>
              <a:rPr lang="en-US" altLang="en-US" sz="2000" baseline="-25000" dirty="0">
                <a:solidFill>
                  <a:prstClr val="black"/>
                </a:solidFill>
              </a:rPr>
              <a:t>5 </a:t>
            </a:r>
            <a:r>
              <a:rPr lang="en-US" altLang="en-US" sz="2000" dirty="0">
                <a:solidFill>
                  <a:prstClr val="black"/>
                </a:solidFill>
              </a:rPr>
              <a:t>: {Block, </a:t>
            </a:r>
            <a:r>
              <a:rPr lang="en-US" altLang="en-US" sz="2000" dirty="0" err="1">
                <a:solidFill>
                  <a:prstClr val="black"/>
                </a:solidFill>
              </a:rPr>
              <a:t>Jeevan</a:t>
            </a:r>
            <a:r>
              <a:rPr lang="en-US" altLang="en-US" sz="2000" dirty="0">
                <a:solidFill>
                  <a:prstClr val="black"/>
                </a:solidFill>
              </a:rPr>
              <a:t>, </a:t>
            </a:r>
            <a:r>
              <a:rPr lang="en-US" altLang="en-US" sz="2000" dirty="0" err="1">
                <a:solidFill>
                  <a:prstClr val="black"/>
                </a:solidFill>
              </a:rPr>
              <a:t>Vihar</a:t>
            </a:r>
            <a:r>
              <a:rPr lang="en-US" altLang="en-US" sz="2000" dirty="0">
                <a:solidFill>
                  <a:prstClr val="black"/>
                </a:solidFill>
              </a:rPr>
              <a:t>, New, Delhi</a:t>
            </a:r>
            <a:r>
              <a:rPr lang="en-US" altLang="en-US" sz="2401" dirty="0">
                <a:solidFill>
                  <a:prstClr val="black"/>
                </a:solidFill>
              </a:rPr>
              <a:t>}</a:t>
            </a:r>
          </a:p>
          <a:p>
            <a:pPr defTabSz="829909"/>
            <a:r>
              <a:rPr lang="en-US" altLang="en-US" sz="2401" dirty="0">
                <a:solidFill>
                  <a:prstClr val="black"/>
                </a:solidFill>
              </a:rPr>
              <a:t>	</a:t>
            </a:r>
            <a:r>
              <a:rPr lang="en-US" altLang="en-US" sz="2000" dirty="0">
                <a:solidFill>
                  <a:prstClr val="black"/>
                </a:solidFill>
              </a:rPr>
              <a:t> x</a:t>
            </a:r>
            <a:r>
              <a:rPr lang="en-US" altLang="en-US" sz="2000" baseline="-25000" dirty="0">
                <a:solidFill>
                  <a:prstClr val="black"/>
                </a:solidFill>
              </a:rPr>
              <a:t>6 </a:t>
            </a:r>
            <a:r>
              <a:rPr lang="en-US" altLang="en-US" sz="2000" dirty="0">
                <a:solidFill>
                  <a:prstClr val="black"/>
                </a:solidFill>
              </a:rPr>
              <a:t>: {</a:t>
            </a:r>
            <a:r>
              <a:rPr lang="en-US" altLang="en-US" sz="2000" dirty="0" err="1">
                <a:solidFill>
                  <a:prstClr val="black"/>
                </a:solidFill>
              </a:rPr>
              <a:t>Mandir</a:t>
            </a:r>
            <a:r>
              <a:rPr lang="en-US" altLang="en-US" sz="2000" dirty="0">
                <a:solidFill>
                  <a:prstClr val="black"/>
                </a:solidFill>
              </a:rPr>
              <a:t>, Ravi, </a:t>
            </a:r>
            <a:r>
              <a:rPr lang="en-US" altLang="en-US" sz="2000" dirty="0" err="1">
                <a:solidFill>
                  <a:prstClr val="black"/>
                </a:solidFill>
              </a:rPr>
              <a:t>Vihar</a:t>
            </a:r>
            <a:r>
              <a:rPr lang="en-US" altLang="en-US" sz="2000" dirty="0">
                <a:solidFill>
                  <a:prstClr val="black"/>
                </a:solidFill>
              </a:rPr>
              <a:t>, Delhi}</a:t>
            </a:r>
            <a:r>
              <a:rPr lang="en-US" altLang="en-US" sz="2401" dirty="0">
                <a:solidFill>
                  <a:prstClr val="black"/>
                </a:solidFill>
              </a:rPr>
              <a:t>	</a:t>
            </a:r>
            <a:endParaRPr lang="en-IN" altLang="en-US" sz="240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542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210339" y="5788383"/>
            <a:ext cx="2544952" cy="153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013" indent="-285774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97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335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574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813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2051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289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528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fld id="{08B34C86-1E54-4278-AA01-A3C3366E2A61}" type="slidenum">
              <a:rPr lang="en-US" altLang="en-US" sz="1000">
                <a:solidFill>
                  <a:srgbClr val="969696"/>
                </a:solidFill>
                <a:latin typeface="Arial" panose="020B0604020202020204" pitchFamily="34" charset="0"/>
              </a:rPr>
              <a:pPr defTabSz="829909"/>
              <a:t>2</a:t>
            </a:fld>
            <a:endParaRPr lang="en-US" altLang="en-US" sz="1000">
              <a:solidFill>
                <a:srgbClr val="969696"/>
              </a:solidFill>
              <a:latin typeface="Arial" panose="020B0604020202020204" pitchFamily="34" charset="0"/>
            </a:endParaRPr>
          </a:p>
        </p:txBody>
      </p:sp>
      <p:sp>
        <p:nvSpPr>
          <p:cNvPr id="20483" name="Slide Number Placeholder 1"/>
          <p:cNvSpPr txBox="1">
            <a:spLocks/>
          </p:cNvSpPr>
          <p:nvPr/>
        </p:nvSpPr>
        <p:spPr bwMode="auto">
          <a:xfrm>
            <a:off x="8255000" y="6229351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800000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indent="-285750">
              <a:spcBef>
                <a:spcPct val="20000"/>
              </a:spcBef>
              <a:buClr>
                <a:srgbClr val="800000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indent="-228600">
              <a:spcBef>
                <a:spcPct val="20000"/>
              </a:spcBef>
              <a:buClr>
                <a:srgbClr val="800000"/>
              </a:buClr>
              <a:buFont typeface="Wingdings" panose="05000000000000000000" pitchFamily="2" charset="2"/>
              <a:buChar char=""/>
              <a:defRPr kumimoji="1" sz="2000">
                <a:solidFill>
                  <a:srgbClr val="8E736A"/>
                </a:solidFill>
                <a:latin typeface="Calibri" panose="020F0502020204030204" pitchFamily="34" charset="0"/>
              </a:defRPr>
            </a:lvl3pPr>
            <a:lvl4pPr indent="-228600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s"/>
              <a:defRPr kumimoji="1" sz="2000">
                <a:solidFill>
                  <a:srgbClr val="8E736A"/>
                </a:solidFill>
                <a:latin typeface="Calibri" panose="020F0502020204030204" pitchFamily="34" charset="0"/>
              </a:defRPr>
            </a:lvl4pPr>
            <a:lvl5pPr indent="-228600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 "/>
              <a:defRPr kumimoji="1" sz="2000">
                <a:solidFill>
                  <a:srgbClr val="8E736A"/>
                </a:solidFill>
                <a:latin typeface="Calibri" panose="020F0502020204030204" pitchFamily="34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 "/>
              <a:defRPr kumimoji="1" sz="2000">
                <a:solidFill>
                  <a:srgbClr val="8E736A"/>
                </a:solidFill>
                <a:latin typeface="Calibri" panose="020F0502020204030204" pitchFamily="34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 "/>
              <a:defRPr kumimoji="1" sz="2000">
                <a:solidFill>
                  <a:srgbClr val="8E736A"/>
                </a:solidFill>
                <a:latin typeface="Calibri" panose="020F0502020204030204" pitchFamily="34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 "/>
              <a:defRPr kumimoji="1" sz="2000">
                <a:solidFill>
                  <a:srgbClr val="8E736A"/>
                </a:solidFill>
                <a:latin typeface="Calibri" panose="020F0502020204030204" pitchFamily="34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 "/>
              <a:defRPr kumimoji="1" sz="2000">
                <a:solidFill>
                  <a:srgbClr val="8E736A"/>
                </a:solidFill>
                <a:latin typeface="Calibri" panose="020F0502020204030204" pitchFamily="34" charset="0"/>
              </a:defRPr>
            </a:lvl9pPr>
          </a:lstStyle>
          <a:p>
            <a:pPr algn="r" defTabSz="829909">
              <a:spcBef>
                <a:spcPct val="50000"/>
              </a:spcBef>
              <a:buClrTx/>
              <a:buNone/>
            </a:pPr>
            <a:fld id="{A8DEC3B6-43B6-42B6-BF06-972C44B7211F}" type="slidenum">
              <a:rPr kumimoji="0" lang="en-US" altLang="en-US" sz="1000">
                <a:solidFill>
                  <a:srgbClr val="969696"/>
                </a:solidFill>
                <a:latin typeface="Arial" panose="020B0604020202020204" pitchFamily="34" charset="0"/>
              </a:rPr>
              <a:pPr algn="r" defTabSz="829909">
                <a:spcBef>
                  <a:spcPct val="50000"/>
                </a:spcBef>
                <a:buClrTx/>
                <a:buNone/>
              </a:pPr>
              <a:t>2</a:t>
            </a:fld>
            <a:endParaRPr kumimoji="0" lang="en-US" altLang="en-US" sz="1000">
              <a:solidFill>
                <a:srgbClr val="969696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64464" y="3375025"/>
          <a:ext cx="2395538" cy="3431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769">
                  <a:extLst>
                    <a:ext uri="{9D8B030D-6E8A-4147-A177-3AD203B41FA5}">
                      <a16:colId xmlns:a16="http://schemas.microsoft.com/office/drawing/2014/main" val="508953795"/>
                    </a:ext>
                  </a:extLst>
                </a:gridCol>
                <a:gridCol w="1197769">
                  <a:extLst>
                    <a:ext uri="{9D8B030D-6E8A-4147-A177-3AD203B41FA5}">
                      <a16:colId xmlns:a16="http://schemas.microsoft.com/office/drawing/2014/main" val="1427633004"/>
                    </a:ext>
                  </a:extLst>
                </a:gridCol>
              </a:tblGrid>
              <a:tr h="36805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Token</a:t>
                      </a:r>
                      <a:endParaRPr lang="en-IN" sz="1800" dirty="0"/>
                    </a:p>
                  </a:txBody>
                  <a:tcPr marL="91426" marR="91426" marT="45716" marB="4571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DID</a:t>
                      </a:r>
                      <a:endParaRPr lang="en-IN" sz="1800" dirty="0"/>
                    </a:p>
                  </a:txBody>
                  <a:tcPr marL="91426" marR="91426" marT="45716" marB="45716"/>
                </a:tc>
                <a:extLst>
                  <a:ext uri="{0D108BD9-81ED-4DB2-BD59-A6C34878D82A}">
                    <a16:rowId xmlns:a16="http://schemas.microsoft.com/office/drawing/2014/main" val="3656580655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Agra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extLst>
                  <a:ext uri="{0D108BD9-81ED-4DB2-BD59-A6C34878D82A}">
                    <a16:rowId xmlns:a16="http://schemas.microsoft.com/office/drawing/2014/main" val="3126522152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Block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3,  5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extLst>
                  <a:ext uri="{0D108BD9-81ED-4DB2-BD59-A6C34878D82A}">
                    <a16:rowId xmlns:a16="http://schemas.microsoft.com/office/drawing/2014/main" val="917764167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Cinema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extLst>
                  <a:ext uri="{0D108BD9-81ED-4DB2-BD59-A6C34878D82A}">
                    <a16:rowId xmlns:a16="http://schemas.microsoft.com/office/drawing/2014/main" val="293003331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Delhi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4, 5, 6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extLst>
                  <a:ext uri="{0D108BD9-81ED-4DB2-BD59-A6C34878D82A}">
                    <a16:rowId xmlns:a16="http://schemas.microsoft.com/office/drawing/2014/main" val="3346313238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Jeevan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3, 5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extLst>
                  <a:ext uri="{0D108BD9-81ED-4DB2-BD59-A6C34878D82A}">
                    <a16:rowId xmlns:a16="http://schemas.microsoft.com/office/drawing/2014/main" val="2875355883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Mandir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extLst>
                  <a:ext uri="{0D108BD9-81ED-4DB2-BD59-A6C34878D82A}">
                    <a16:rowId xmlns:a16="http://schemas.microsoft.com/office/drawing/2014/main" val="839643962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New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4, 5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extLst>
                  <a:ext uri="{0D108BD9-81ED-4DB2-BD59-A6C34878D82A}">
                    <a16:rowId xmlns:a16="http://schemas.microsoft.com/office/drawing/2014/main" val="2252197113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Ravi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4, 6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extLst>
                  <a:ext uri="{0D108BD9-81ED-4DB2-BD59-A6C34878D82A}">
                    <a16:rowId xmlns:a16="http://schemas.microsoft.com/office/drawing/2014/main" val="277873542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Vihar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4, 5, 6</a:t>
                      </a:r>
                      <a:endParaRPr lang="en-IN" sz="1600" dirty="0"/>
                    </a:p>
                  </a:txBody>
                  <a:tcPr marL="91426" marR="91426" marT="45716" marB="45716"/>
                </a:tc>
                <a:extLst>
                  <a:ext uri="{0D108BD9-81ED-4DB2-BD59-A6C34878D82A}">
                    <a16:rowId xmlns:a16="http://schemas.microsoft.com/office/drawing/2014/main" val="3839813910"/>
                  </a:ext>
                </a:extLst>
              </a:tr>
            </a:tbl>
          </a:graphicData>
        </a:graphic>
      </p:graphicFrame>
      <p:sp>
        <p:nvSpPr>
          <p:cNvPr id="20519" name="TextBox 4"/>
          <p:cNvSpPr txBox="1">
            <a:spLocks noChangeArrowheads="1"/>
          </p:cNvSpPr>
          <p:nvPr/>
        </p:nvSpPr>
        <p:spPr bwMode="auto">
          <a:xfrm>
            <a:off x="7600951" y="2913065"/>
            <a:ext cx="1109599" cy="461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2401">
                <a:solidFill>
                  <a:prstClr val="black"/>
                </a:solidFill>
              </a:rPr>
              <a:t>IDX(S)</a:t>
            </a:r>
            <a:endParaRPr lang="en-IN" altLang="en-US" sz="2401">
              <a:solidFill>
                <a:prstClr val="black"/>
              </a:solidFill>
            </a:endParaRPr>
          </a:p>
        </p:txBody>
      </p:sp>
      <p:sp>
        <p:nvSpPr>
          <p:cNvPr id="20520" name="TextBox 5"/>
          <p:cNvSpPr txBox="1">
            <a:spLocks noChangeArrowheads="1"/>
          </p:cNvSpPr>
          <p:nvPr/>
        </p:nvSpPr>
        <p:spPr bwMode="auto">
          <a:xfrm>
            <a:off x="1706563" y="447675"/>
            <a:ext cx="22878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2800">
                <a:solidFill>
                  <a:prstClr val="black"/>
                </a:solidFill>
              </a:rPr>
              <a:t>Inverted Index</a:t>
            </a:r>
            <a:endParaRPr lang="en-IN" altLang="en-US" sz="280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808164" y="1733550"/>
            <a:ext cx="5507037" cy="1939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2401">
                <a:solidFill>
                  <a:prstClr val="black"/>
                </a:solidFill>
              </a:rPr>
              <a:t>x</a:t>
            </a:r>
            <a:r>
              <a:rPr lang="en-US" altLang="en-US" sz="2401" baseline="-25000">
                <a:solidFill>
                  <a:prstClr val="black"/>
                </a:solidFill>
              </a:rPr>
              <a:t>1</a:t>
            </a:r>
            <a:r>
              <a:rPr lang="en-US" altLang="en-US" sz="2401">
                <a:solidFill>
                  <a:prstClr val="black"/>
                </a:solidFill>
              </a:rPr>
              <a:t>: {Block, Jeevan, Cinema, Old, Agra}</a:t>
            </a:r>
          </a:p>
          <a:p>
            <a:pPr defTabSz="829909"/>
            <a:endParaRPr lang="en-US" altLang="en-US" sz="2401">
              <a:solidFill>
                <a:prstClr val="black"/>
              </a:solidFill>
            </a:endParaRPr>
          </a:p>
          <a:p>
            <a:pPr defTabSz="829909"/>
            <a:r>
              <a:rPr lang="en-US" altLang="en-US" sz="2401">
                <a:solidFill>
                  <a:prstClr val="black"/>
                </a:solidFill>
              </a:rPr>
              <a:t>What will be the candidate set?</a:t>
            </a:r>
          </a:p>
          <a:p>
            <a:pPr defTabSz="829909"/>
            <a:endParaRPr lang="en-US" altLang="en-US" sz="2401">
              <a:solidFill>
                <a:prstClr val="black"/>
              </a:solidFill>
            </a:endParaRPr>
          </a:p>
          <a:p>
            <a:pPr defTabSz="829909"/>
            <a:r>
              <a:rPr lang="en-US" altLang="en-US" sz="2401">
                <a:solidFill>
                  <a:prstClr val="black"/>
                </a:solidFill>
              </a:rPr>
              <a:t>Candidate set: {3, 5}+{3, 5}+{3}+{3}</a:t>
            </a:r>
          </a:p>
        </p:txBody>
      </p:sp>
      <p:sp>
        <p:nvSpPr>
          <p:cNvPr id="20542" name="TextBox 15"/>
          <p:cNvSpPr txBox="1">
            <a:spLocks noChangeArrowheads="1"/>
          </p:cNvSpPr>
          <p:nvPr/>
        </p:nvSpPr>
        <p:spPr bwMode="auto">
          <a:xfrm>
            <a:off x="7315200" y="1409700"/>
            <a:ext cx="29972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X    x</a:t>
            </a:r>
            <a:r>
              <a:rPr lang="en-US" altLang="en-US" sz="1200" baseline="-25000">
                <a:solidFill>
                  <a:prstClr val="black"/>
                </a:solidFill>
              </a:rPr>
              <a:t>1 </a:t>
            </a:r>
            <a:r>
              <a:rPr lang="en-US" altLang="en-US" sz="1200">
                <a:solidFill>
                  <a:prstClr val="black"/>
                </a:solidFill>
              </a:rPr>
              <a:t>: {Block, Jeevan, Cinema, Old, Agra}</a:t>
            </a:r>
          </a:p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       x</a:t>
            </a:r>
            <a:r>
              <a:rPr lang="en-US" altLang="en-US" sz="1200" baseline="-25000">
                <a:solidFill>
                  <a:prstClr val="black"/>
                </a:solidFill>
              </a:rPr>
              <a:t>2 </a:t>
            </a:r>
            <a:r>
              <a:rPr lang="en-US" altLang="en-US" sz="1200">
                <a:solidFill>
                  <a:prstClr val="black"/>
                </a:solidFill>
              </a:rPr>
              <a:t>: {House, Jeevan, Vihar, Delhi}</a:t>
            </a:r>
          </a:p>
          <a:p>
            <a:pPr defTabSz="829909"/>
            <a:endParaRPr lang="en-US" altLang="en-US" sz="1200">
              <a:solidFill>
                <a:prstClr val="black"/>
              </a:solidFill>
            </a:endParaRPr>
          </a:p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Y    x</a:t>
            </a:r>
            <a:r>
              <a:rPr lang="en-US" altLang="en-US" sz="1200" baseline="-25000">
                <a:solidFill>
                  <a:prstClr val="black"/>
                </a:solidFill>
              </a:rPr>
              <a:t>3 </a:t>
            </a:r>
            <a:r>
              <a:rPr lang="en-US" altLang="en-US" sz="1200">
                <a:solidFill>
                  <a:prstClr val="black"/>
                </a:solidFill>
              </a:rPr>
              <a:t>: {Block, Jeevan, Cinema, Agra}</a:t>
            </a:r>
          </a:p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      x</a:t>
            </a:r>
            <a:r>
              <a:rPr lang="en-US" altLang="en-US" sz="1200" baseline="-25000">
                <a:solidFill>
                  <a:prstClr val="black"/>
                </a:solidFill>
              </a:rPr>
              <a:t>4 </a:t>
            </a:r>
            <a:r>
              <a:rPr lang="en-US" altLang="en-US" sz="1200">
                <a:solidFill>
                  <a:prstClr val="black"/>
                </a:solidFill>
              </a:rPr>
              <a:t>: {Building, Ravi, Vihar, New, Delhi}</a:t>
            </a:r>
          </a:p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      x</a:t>
            </a:r>
            <a:r>
              <a:rPr lang="en-US" altLang="en-US" sz="1200" baseline="-25000">
                <a:solidFill>
                  <a:prstClr val="black"/>
                </a:solidFill>
              </a:rPr>
              <a:t>5 </a:t>
            </a:r>
            <a:r>
              <a:rPr lang="en-US" altLang="en-US" sz="1200">
                <a:solidFill>
                  <a:prstClr val="black"/>
                </a:solidFill>
              </a:rPr>
              <a:t>: {Block, Jeevan, Vihar, New, Delhi</a:t>
            </a:r>
            <a:r>
              <a:rPr lang="en-US" altLang="en-US" sz="1400">
                <a:solidFill>
                  <a:prstClr val="black"/>
                </a:solidFill>
              </a:rPr>
              <a:t>}</a:t>
            </a:r>
          </a:p>
          <a:p>
            <a:pPr defTabSz="829909"/>
            <a:r>
              <a:rPr lang="en-US" altLang="en-US" sz="1400">
                <a:solidFill>
                  <a:prstClr val="black"/>
                </a:solidFill>
              </a:rPr>
              <a:t>     </a:t>
            </a:r>
            <a:r>
              <a:rPr lang="en-US" altLang="en-US" sz="1200">
                <a:solidFill>
                  <a:prstClr val="black"/>
                </a:solidFill>
              </a:rPr>
              <a:t>x</a:t>
            </a:r>
            <a:r>
              <a:rPr lang="en-US" altLang="en-US" sz="1200" baseline="-25000">
                <a:solidFill>
                  <a:prstClr val="black"/>
                </a:solidFill>
              </a:rPr>
              <a:t>6 </a:t>
            </a:r>
            <a:r>
              <a:rPr lang="en-US" altLang="en-US" sz="1200">
                <a:solidFill>
                  <a:prstClr val="black"/>
                </a:solidFill>
              </a:rPr>
              <a:t>: {Mandir, Ravi, Vihar, Delhi}</a:t>
            </a:r>
            <a:endParaRPr lang="en-IN" altLang="en-US" sz="240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44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210339" y="5788383"/>
            <a:ext cx="2544952" cy="153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013" indent="-285774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97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335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574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813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2051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289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528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fld id="{4DEACBA8-6F50-4FC5-9570-96D0A01A6B65}" type="slidenum">
              <a:rPr lang="en-US" altLang="en-US" sz="1000">
                <a:solidFill>
                  <a:srgbClr val="969696"/>
                </a:solidFill>
                <a:latin typeface="Arial" panose="020B0604020202020204" pitchFamily="34" charset="0"/>
              </a:rPr>
              <a:pPr defTabSz="829909"/>
              <a:t>3</a:t>
            </a:fld>
            <a:endParaRPr lang="en-US" altLang="en-US" sz="1000">
              <a:solidFill>
                <a:srgbClr val="969696"/>
              </a:solidFill>
              <a:latin typeface="Arial" panose="020B0604020202020204" pitchFamily="34" charset="0"/>
            </a:endParaRPr>
          </a:p>
        </p:txBody>
      </p:sp>
      <p:sp>
        <p:nvSpPr>
          <p:cNvPr id="21507" name="TextBox 2"/>
          <p:cNvSpPr txBox="1">
            <a:spLocks noChangeArrowheads="1"/>
          </p:cNvSpPr>
          <p:nvPr/>
        </p:nvSpPr>
        <p:spPr bwMode="auto">
          <a:xfrm>
            <a:off x="1798638" y="508000"/>
            <a:ext cx="2226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2800" b="1">
                <a:solidFill>
                  <a:prstClr val="black"/>
                </a:solidFill>
              </a:rPr>
              <a:t>Size Filtering</a:t>
            </a:r>
            <a:endParaRPr lang="en-IN" altLang="en-US" sz="2800" b="1">
              <a:solidFill>
                <a:prstClr val="black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25600" y="1490663"/>
            <a:ext cx="8818563" cy="3736920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829909">
              <a:defRPr/>
            </a:pPr>
            <a:r>
              <a:rPr lang="en-US" sz="2000" spc="5" dirty="0">
                <a:solidFill>
                  <a:srgbClr val="464653"/>
                </a:solidFill>
                <a:latin typeface="Calibri"/>
                <a:cs typeface="Calibri"/>
              </a:rPr>
              <a:t>Given</a:t>
            </a:r>
            <a:r>
              <a:rPr lang="en-US" sz="2000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464653"/>
                </a:solidFill>
                <a:latin typeface="Calibri"/>
                <a:cs typeface="Calibri"/>
              </a:rPr>
              <a:t>a</a:t>
            </a:r>
            <a:r>
              <a:rPr lang="en-US" sz="2000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464653"/>
                </a:solidFill>
                <a:latin typeface="Calibri"/>
                <a:cs typeface="Calibri"/>
              </a:rPr>
              <a:t>string</a:t>
            </a:r>
            <a:r>
              <a:rPr lang="en-US" sz="2000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000" spc="40" dirty="0" err="1">
                <a:solidFill>
                  <a:srgbClr val="464653"/>
                </a:solidFill>
                <a:latin typeface="Calibri"/>
                <a:cs typeface="Calibri"/>
              </a:rPr>
              <a:t>x</a:t>
            </a:r>
            <a:r>
              <a:rPr lang="en-US" sz="2000" spc="80" dirty="0" err="1">
                <a:solidFill>
                  <a:srgbClr val="464653"/>
                </a:solidFill>
                <a:latin typeface="Lucida Sans Unicode"/>
                <a:cs typeface="Lucida Sans Unicode"/>
              </a:rPr>
              <a:t>ε</a:t>
            </a:r>
            <a:r>
              <a:rPr lang="en-US" sz="2000" spc="10" dirty="0" err="1">
                <a:solidFill>
                  <a:srgbClr val="464653"/>
                </a:solidFill>
                <a:latin typeface="Calibri"/>
                <a:cs typeface="Calibri"/>
              </a:rPr>
              <a:t>X</a:t>
            </a:r>
            <a:r>
              <a:rPr lang="en-US" sz="2000" spc="10" dirty="0">
                <a:solidFill>
                  <a:srgbClr val="464653"/>
                </a:solidFill>
                <a:latin typeface="Calibri"/>
                <a:cs typeface="Calibri"/>
              </a:rPr>
              <a:t>, only</a:t>
            </a:r>
            <a:r>
              <a:rPr lang="en-US" sz="2000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464653"/>
                </a:solidFill>
                <a:latin typeface="Calibri"/>
                <a:cs typeface="Calibri"/>
              </a:rPr>
              <a:t>strings</a:t>
            </a:r>
            <a:r>
              <a:rPr lang="en-US" sz="2000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464653"/>
                </a:solidFill>
                <a:latin typeface="Calibri"/>
                <a:cs typeface="Calibri"/>
              </a:rPr>
              <a:t>y</a:t>
            </a:r>
            <a:r>
              <a:rPr lang="en-US" sz="2000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000" spc="10" dirty="0">
                <a:solidFill>
                  <a:srgbClr val="464653"/>
                </a:solidFill>
                <a:latin typeface="Calibri"/>
                <a:cs typeface="Calibri"/>
              </a:rPr>
              <a:t>such</a:t>
            </a:r>
            <a:r>
              <a:rPr lang="en-US" sz="2000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464653"/>
                </a:solidFill>
                <a:latin typeface="Calibri"/>
                <a:cs typeface="Calibri"/>
              </a:rPr>
              <a:t>that</a:t>
            </a:r>
            <a:r>
              <a:rPr lang="en-IN" sz="2000" spc="10" dirty="0">
                <a:solidFill>
                  <a:srgbClr val="464653"/>
                </a:solidFill>
                <a:latin typeface="Calibri"/>
                <a:cs typeface="Calibri"/>
              </a:rPr>
              <a:t> |x|/</a:t>
            </a:r>
            <a:r>
              <a:rPr lang="en-IN" sz="2000" dirty="0">
                <a:solidFill>
                  <a:srgbClr val="464653"/>
                </a:solidFill>
                <a:latin typeface="Calibri"/>
                <a:cs typeface="Calibri"/>
              </a:rPr>
              <a:t>t</a:t>
            </a:r>
            <a:r>
              <a:rPr lang="en-IN" sz="2000" spc="1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IN" sz="2000" spc="405" dirty="0">
                <a:solidFill>
                  <a:srgbClr val="464653"/>
                </a:solidFill>
                <a:latin typeface="Lucida Sans Unicode"/>
                <a:cs typeface="Lucida Sans Unicode"/>
              </a:rPr>
              <a:t>≥</a:t>
            </a:r>
            <a:r>
              <a:rPr lang="en-IN" sz="2000" spc="-200" dirty="0">
                <a:solidFill>
                  <a:srgbClr val="464653"/>
                </a:solidFill>
                <a:latin typeface="Lucida Sans Unicode"/>
                <a:cs typeface="Lucida Sans Unicode"/>
              </a:rPr>
              <a:t> </a:t>
            </a:r>
            <a:r>
              <a:rPr lang="en-IN" sz="2000" spc="10" dirty="0">
                <a:solidFill>
                  <a:srgbClr val="464653"/>
                </a:solidFill>
                <a:latin typeface="Calibri"/>
                <a:cs typeface="Calibri"/>
              </a:rPr>
              <a:t>|</a:t>
            </a:r>
            <a:r>
              <a:rPr lang="en-IN" sz="2000" spc="15" dirty="0">
                <a:solidFill>
                  <a:srgbClr val="464653"/>
                </a:solidFill>
                <a:latin typeface="Calibri"/>
                <a:cs typeface="Calibri"/>
              </a:rPr>
              <a:t>y</a:t>
            </a:r>
            <a:r>
              <a:rPr lang="en-IN" sz="2000" dirty="0">
                <a:solidFill>
                  <a:srgbClr val="464653"/>
                </a:solidFill>
                <a:latin typeface="Calibri"/>
                <a:cs typeface="Calibri"/>
              </a:rPr>
              <a:t>|</a:t>
            </a:r>
            <a:r>
              <a:rPr lang="en-IN" sz="2000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IN" sz="2000" spc="405" dirty="0">
                <a:solidFill>
                  <a:srgbClr val="464653"/>
                </a:solidFill>
                <a:latin typeface="Lucida Sans Unicode"/>
                <a:cs typeface="Lucida Sans Unicode"/>
              </a:rPr>
              <a:t>≥</a:t>
            </a:r>
            <a:r>
              <a:rPr lang="en-IN" sz="2000" spc="-200" dirty="0">
                <a:solidFill>
                  <a:srgbClr val="464653"/>
                </a:solidFill>
                <a:latin typeface="Lucida Sans Unicode"/>
                <a:cs typeface="Lucida Sans Unicode"/>
              </a:rPr>
              <a:t> </a:t>
            </a:r>
            <a:r>
              <a:rPr lang="en-IN" sz="2000" spc="10" dirty="0">
                <a:solidFill>
                  <a:srgbClr val="464653"/>
                </a:solidFill>
                <a:latin typeface="Calibri"/>
                <a:cs typeface="Calibri"/>
              </a:rPr>
              <a:t>|x|</a:t>
            </a:r>
            <a:r>
              <a:rPr lang="en-IN" sz="2000" spc="20" dirty="0">
                <a:solidFill>
                  <a:srgbClr val="464653"/>
                </a:solidFill>
                <a:latin typeface="Calibri"/>
                <a:cs typeface="Calibri"/>
              </a:rPr>
              <a:t>*</a:t>
            </a:r>
            <a:r>
              <a:rPr lang="en-IN" sz="2000" dirty="0">
                <a:solidFill>
                  <a:srgbClr val="464653"/>
                </a:solidFill>
                <a:latin typeface="Calibri"/>
                <a:cs typeface="Calibri"/>
              </a:rPr>
              <a:t>t</a:t>
            </a:r>
          </a:p>
          <a:p>
            <a:pPr defTabSz="829909">
              <a:defRPr/>
            </a:pPr>
            <a:endParaRPr lang="en-IN" sz="2000" spc="10" dirty="0">
              <a:solidFill>
                <a:srgbClr val="464653"/>
              </a:solidFill>
              <a:latin typeface="Calibri"/>
              <a:cs typeface="Calibri"/>
            </a:endParaRPr>
          </a:p>
          <a:p>
            <a:pPr defTabSz="829909">
              <a:defRPr/>
            </a:pPr>
            <a:r>
              <a:rPr lang="en-IN" sz="2000" spc="10" dirty="0">
                <a:solidFill>
                  <a:srgbClr val="464653"/>
                </a:solidFill>
                <a:latin typeface="Calibri"/>
                <a:cs typeface="Calibri"/>
              </a:rPr>
              <a:t>Consider x</a:t>
            </a:r>
            <a:r>
              <a:rPr lang="en-IN" sz="2000" spc="10" baseline="-25000" dirty="0">
                <a:solidFill>
                  <a:srgbClr val="464653"/>
                </a:solidFill>
                <a:latin typeface="Calibri"/>
                <a:cs typeface="Calibri"/>
              </a:rPr>
              <a:t>1</a:t>
            </a:r>
            <a:r>
              <a:rPr lang="en-IN" sz="2000" spc="10" dirty="0">
                <a:solidFill>
                  <a:srgbClr val="464653"/>
                </a:solidFill>
                <a:latin typeface="Calibri"/>
                <a:cs typeface="Calibri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{Block,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Jeevan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, Cinema, Old, Agra}, suppose t=0.9</a:t>
            </a:r>
          </a:p>
          <a:p>
            <a:pPr defTabSz="829909">
              <a:defRPr/>
            </a:pPr>
            <a:endParaRPr lang="en-US" sz="2000" dirty="0">
              <a:solidFill>
                <a:prstClr val="black"/>
              </a:solidFill>
              <a:latin typeface="Calibri"/>
            </a:endParaRPr>
          </a:p>
          <a:p>
            <a:pPr defTabSz="829909"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What will be the candidate set?</a:t>
            </a:r>
          </a:p>
          <a:p>
            <a:pPr defTabSz="829909">
              <a:defRPr/>
            </a:pPr>
            <a:r>
              <a:rPr lang="en-IN" spc="1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</a:p>
          <a:p>
            <a:pPr marL="469305" indent="-457239" defTabSz="829909">
              <a:spcBef>
                <a:spcPts val="60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374682" algn="l"/>
                <a:tab pos="375317" algn="l"/>
              </a:tabLst>
              <a:defRPr/>
            </a:pPr>
            <a:r>
              <a:rPr lang="en-US" sz="3001" spc="-20" dirty="0">
                <a:solidFill>
                  <a:srgbClr val="464653"/>
                </a:solidFill>
                <a:latin typeface="Calibri"/>
                <a:cs typeface="Calibri"/>
              </a:rPr>
              <a:t>I</a:t>
            </a:r>
            <a:r>
              <a:rPr lang="en-US" sz="3001" dirty="0">
                <a:solidFill>
                  <a:srgbClr val="464653"/>
                </a:solidFill>
                <a:latin typeface="Calibri"/>
                <a:cs typeface="Calibri"/>
              </a:rPr>
              <a:t>f</a:t>
            </a:r>
            <a:r>
              <a:rPr lang="en-US" sz="3001" spc="-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3001" spc="-25" dirty="0" err="1">
                <a:solidFill>
                  <a:srgbClr val="464653"/>
                </a:solidFill>
                <a:latin typeface="Calibri"/>
                <a:cs typeface="Calibri"/>
              </a:rPr>
              <a:t>y</a:t>
            </a:r>
            <a:r>
              <a:rPr lang="en-US" sz="3200" spc="80" dirty="0" err="1">
                <a:solidFill>
                  <a:srgbClr val="464653"/>
                </a:solidFill>
                <a:latin typeface="Lucida Sans Unicode"/>
                <a:cs typeface="Lucida Sans Unicode"/>
              </a:rPr>
              <a:t>ε</a:t>
            </a:r>
            <a:r>
              <a:rPr lang="en-US" sz="3001" dirty="0" err="1">
                <a:solidFill>
                  <a:srgbClr val="464653"/>
                </a:solidFill>
                <a:latin typeface="Calibri"/>
                <a:cs typeface="Calibri"/>
              </a:rPr>
              <a:t>Y</a:t>
            </a:r>
            <a:r>
              <a:rPr lang="en-US" sz="3001" spc="-3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3001" spc="-35" dirty="0">
                <a:solidFill>
                  <a:srgbClr val="464653"/>
                </a:solidFill>
                <a:latin typeface="Calibri"/>
                <a:cs typeface="Calibri"/>
              </a:rPr>
              <a:t>m</a:t>
            </a:r>
            <a:r>
              <a:rPr lang="en-US" sz="3001" spc="-55" dirty="0">
                <a:solidFill>
                  <a:srgbClr val="464653"/>
                </a:solidFill>
                <a:latin typeface="Calibri"/>
                <a:cs typeface="Calibri"/>
              </a:rPr>
              <a:t>at</a:t>
            </a:r>
            <a:r>
              <a:rPr lang="en-US" sz="3001" spc="-15" dirty="0">
                <a:solidFill>
                  <a:srgbClr val="464653"/>
                </a:solidFill>
                <a:latin typeface="Calibri"/>
                <a:cs typeface="Calibri"/>
              </a:rPr>
              <a:t>c</a:t>
            </a:r>
            <a:r>
              <a:rPr lang="en-US" sz="3001" spc="-20" dirty="0">
                <a:solidFill>
                  <a:srgbClr val="464653"/>
                </a:solidFill>
                <a:latin typeface="Calibri"/>
                <a:cs typeface="Calibri"/>
              </a:rPr>
              <a:t>h</a:t>
            </a:r>
            <a:r>
              <a:rPr lang="en-US" sz="3001" spc="-30" dirty="0">
                <a:solidFill>
                  <a:srgbClr val="464653"/>
                </a:solidFill>
                <a:latin typeface="Calibri"/>
                <a:cs typeface="Calibri"/>
              </a:rPr>
              <a:t>e</a:t>
            </a:r>
            <a:r>
              <a:rPr lang="en-US" sz="3001" dirty="0">
                <a:solidFill>
                  <a:srgbClr val="464653"/>
                </a:solidFill>
                <a:latin typeface="Calibri"/>
                <a:cs typeface="Calibri"/>
              </a:rPr>
              <a:t>s</a:t>
            </a:r>
            <a:r>
              <a:rPr lang="en-US" sz="3001" spc="-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3001" spc="-20" dirty="0">
                <a:solidFill>
                  <a:srgbClr val="464653"/>
                </a:solidFill>
                <a:latin typeface="Calibri"/>
                <a:cs typeface="Calibri"/>
              </a:rPr>
              <a:t>x</a:t>
            </a:r>
            <a:r>
              <a:rPr lang="en-US" sz="3001" dirty="0">
                <a:solidFill>
                  <a:srgbClr val="464653"/>
                </a:solidFill>
                <a:latin typeface="Calibri"/>
                <a:cs typeface="Calibri"/>
              </a:rPr>
              <a:t>,</a:t>
            </a:r>
            <a:r>
              <a:rPr lang="en-US" sz="3001" spc="-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3001" spc="-60" dirty="0">
                <a:solidFill>
                  <a:srgbClr val="464653"/>
                </a:solidFill>
                <a:latin typeface="Calibri"/>
                <a:cs typeface="Calibri"/>
              </a:rPr>
              <a:t>w</a:t>
            </a:r>
            <a:r>
              <a:rPr lang="en-US" sz="3001" dirty="0">
                <a:solidFill>
                  <a:srgbClr val="464653"/>
                </a:solidFill>
                <a:latin typeface="Calibri"/>
                <a:cs typeface="Calibri"/>
              </a:rPr>
              <a:t>e</a:t>
            </a:r>
            <a:r>
              <a:rPr lang="en-US" sz="3001" spc="-3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3001" spc="-35" dirty="0">
                <a:solidFill>
                  <a:srgbClr val="464653"/>
                </a:solidFill>
                <a:latin typeface="Calibri"/>
                <a:cs typeface="Calibri"/>
              </a:rPr>
              <a:t>m</a:t>
            </a:r>
            <a:r>
              <a:rPr lang="en-US" sz="3001" spc="-20" dirty="0">
                <a:solidFill>
                  <a:srgbClr val="464653"/>
                </a:solidFill>
                <a:latin typeface="Calibri"/>
                <a:cs typeface="Calibri"/>
              </a:rPr>
              <a:t>u</a:t>
            </a:r>
            <a:r>
              <a:rPr lang="en-US" sz="3001" spc="-50" dirty="0">
                <a:solidFill>
                  <a:srgbClr val="464653"/>
                </a:solidFill>
                <a:latin typeface="Calibri"/>
                <a:cs typeface="Calibri"/>
              </a:rPr>
              <a:t>s</a:t>
            </a:r>
            <a:r>
              <a:rPr lang="en-US" sz="3001" dirty="0">
                <a:solidFill>
                  <a:srgbClr val="464653"/>
                </a:solidFill>
                <a:latin typeface="Calibri"/>
                <a:cs typeface="Calibri"/>
              </a:rPr>
              <a:t>t</a:t>
            </a:r>
            <a:r>
              <a:rPr lang="en-US" sz="3001" spc="-20" dirty="0">
                <a:solidFill>
                  <a:srgbClr val="464653"/>
                </a:solidFill>
                <a:latin typeface="Calibri"/>
                <a:cs typeface="Calibri"/>
              </a:rPr>
              <a:t> h</a:t>
            </a:r>
            <a:r>
              <a:rPr lang="en-US" sz="3001" spc="-75" dirty="0">
                <a:solidFill>
                  <a:srgbClr val="464653"/>
                </a:solidFill>
                <a:latin typeface="Calibri"/>
                <a:cs typeface="Calibri"/>
              </a:rPr>
              <a:t>a</a:t>
            </a:r>
            <a:r>
              <a:rPr lang="en-US" sz="3001" spc="-50" dirty="0">
                <a:solidFill>
                  <a:srgbClr val="464653"/>
                </a:solidFill>
                <a:latin typeface="Calibri"/>
                <a:cs typeface="Calibri"/>
              </a:rPr>
              <a:t>v</a:t>
            </a:r>
            <a:r>
              <a:rPr lang="en-US" sz="3001" dirty="0">
                <a:solidFill>
                  <a:srgbClr val="464653"/>
                </a:solidFill>
                <a:latin typeface="Calibri"/>
                <a:cs typeface="Calibri"/>
              </a:rPr>
              <a:t>e</a:t>
            </a:r>
            <a:endParaRPr lang="en-US" sz="300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838271" lvl="1" indent="-342929" defTabSz="829909">
              <a:spcBef>
                <a:spcPts val="62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797627" algn="l"/>
                <a:tab pos="798262" algn="l"/>
              </a:tabLst>
              <a:defRPr/>
            </a:pP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5/0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.9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=</a:t>
            </a:r>
            <a:r>
              <a:rPr lang="en-US" sz="2500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5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.5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405" dirty="0">
                <a:solidFill>
                  <a:srgbClr val="464653"/>
                </a:solidFill>
                <a:latin typeface="Lucida Sans Unicode"/>
                <a:cs typeface="Lucida Sans Unicode"/>
              </a:rPr>
              <a:t>≥</a:t>
            </a:r>
            <a:r>
              <a:rPr lang="en-US" sz="2500" spc="-200" dirty="0">
                <a:solidFill>
                  <a:srgbClr val="464653"/>
                </a:solidFill>
                <a:latin typeface="Lucida Sans Unicode"/>
                <a:cs typeface="Lucida Sans Unicode"/>
              </a:rPr>
              <a:t> 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|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y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|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405" dirty="0">
                <a:solidFill>
                  <a:srgbClr val="464653"/>
                </a:solidFill>
                <a:latin typeface="Lucida Sans Unicode"/>
                <a:cs typeface="Lucida Sans Unicode"/>
              </a:rPr>
              <a:t>≥</a:t>
            </a:r>
            <a:r>
              <a:rPr lang="en-US" sz="2500" spc="-200" dirty="0">
                <a:solidFill>
                  <a:srgbClr val="464653"/>
                </a:solidFill>
                <a:latin typeface="Lucida Sans Unicode"/>
                <a:cs typeface="Lucida Sans Unicode"/>
              </a:rPr>
              <a:t> 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5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*</a:t>
            </a:r>
            <a:r>
              <a:rPr lang="en-US" sz="2500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0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.9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=</a:t>
            </a:r>
            <a:r>
              <a:rPr lang="en-US" sz="2500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4.5</a:t>
            </a:r>
            <a:endParaRPr lang="en-US" sz="25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838271" lvl="1" indent="-342929" defTabSz="829909">
              <a:spcBef>
                <a:spcPts val="695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797627" algn="l"/>
                <a:tab pos="798262" algn="l"/>
              </a:tabLst>
              <a:defRPr/>
            </a:pP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Candidate set C= 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800" baseline="-25000" dirty="0">
                <a:solidFill>
                  <a:prstClr val="black"/>
                </a:solidFill>
                <a:latin typeface="Calibri"/>
              </a:rPr>
              <a:t>4, 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800" baseline="-25000" dirty="0">
                <a:solidFill>
                  <a:prstClr val="black"/>
                </a:solidFill>
                <a:latin typeface="Calibri"/>
              </a:rPr>
              <a:t>5</a:t>
            </a:r>
            <a:endParaRPr lang="en-US" sz="2500" dirty="0">
              <a:solidFill>
                <a:prstClr val="black"/>
              </a:solidFill>
              <a:latin typeface="Calibri"/>
              <a:cs typeface="Calibri"/>
            </a:endParaRPr>
          </a:p>
          <a:p>
            <a:pPr defTabSz="829909">
              <a:defRPr/>
            </a:pPr>
            <a:endParaRPr lang="en-IN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86775" y="3452812"/>
          <a:ext cx="2089150" cy="3431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575">
                  <a:extLst>
                    <a:ext uri="{9D8B030D-6E8A-4147-A177-3AD203B41FA5}">
                      <a16:colId xmlns:a16="http://schemas.microsoft.com/office/drawing/2014/main" val="508953795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1427633004"/>
                    </a:ext>
                  </a:extLst>
                </a:gridCol>
              </a:tblGrid>
              <a:tr h="36805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Token</a:t>
                      </a:r>
                      <a:endParaRPr lang="en-IN" sz="1800" dirty="0"/>
                    </a:p>
                  </a:txBody>
                  <a:tcPr marL="91391" marR="91391" marT="45716" marB="4571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DID</a:t>
                      </a:r>
                      <a:endParaRPr lang="en-IN" sz="1800" dirty="0"/>
                    </a:p>
                  </a:txBody>
                  <a:tcPr marL="91391" marR="91391" marT="45716" marB="45716"/>
                </a:tc>
                <a:extLst>
                  <a:ext uri="{0D108BD9-81ED-4DB2-BD59-A6C34878D82A}">
                    <a16:rowId xmlns:a16="http://schemas.microsoft.com/office/drawing/2014/main" val="3656580655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Agra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extLst>
                  <a:ext uri="{0D108BD9-81ED-4DB2-BD59-A6C34878D82A}">
                    <a16:rowId xmlns:a16="http://schemas.microsoft.com/office/drawing/2014/main" val="3126522152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Block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3, 4, 5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extLst>
                  <a:ext uri="{0D108BD9-81ED-4DB2-BD59-A6C34878D82A}">
                    <a16:rowId xmlns:a16="http://schemas.microsoft.com/office/drawing/2014/main" val="917764167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Cinema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extLst>
                  <a:ext uri="{0D108BD9-81ED-4DB2-BD59-A6C34878D82A}">
                    <a16:rowId xmlns:a16="http://schemas.microsoft.com/office/drawing/2014/main" val="293003331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Delhi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4, 5, 6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extLst>
                  <a:ext uri="{0D108BD9-81ED-4DB2-BD59-A6C34878D82A}">
                    <a16:rowId xmlns:a16="http://schemas.microsoft.com/office/drawing/2014/main" val="3346313238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Jeevan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3, 5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extLst>
                  <a:ext uri="{0D108BD9-81ED-4DB2-BD59-A6C34878D82A}">
                    <a16:rowId xmlns:a16="http://schemas.microsoft.com/office/drawing/2014/main" val="2875355883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Mandir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extLst>
                  <a:ext uri="{0D108BD9-81ED-4DB2-BD59-A6C34878D82A}">
                    <a16:rowId xmlns:a16="http://schemas.microsoft.com/office/drawing/2014/main" val="839643962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New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4, 5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extLst>
                  <a:ext uri="{0D108BD9-81ED-4DB2-BD59-A6C34878D82A}">
                    <a16:rowId xmlns:a16="http://schemas.microsoft.com/office/drawing/2014/main" val="2252197113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Ravi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4, 6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extLst>
                  <a:ext uri="{0D108BD9-81ED-4DB2-BD59-A6C34878D82A}">
                    <a16:rowId xmlns:a16="http://schemas.microsoft.com/office/drawing/2014/main" val="277873542"/>
                  </a:ext>
                </a:extLst>
              </a:tr>
              <a:tr h="340394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Vihar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4, 5, 6</a:t>
                      </a:r>
                      <a:endParaRPr lang="en-IN" sz="1600" dirty="0"/>
                    </a:p>
                  </a:txBody>
                  <a:tcPr marL="91391" marR="91391" marT="45716" marB="45716"/>
                </a:tc>
                <a:extLst>
                  <a:ext uri="{0D108BD9-81ED-4DB2-BD59-A6C34878D82A}">
                    <a16:rowId xmlns:a16="http://schemas.microsoft.com/office/drawing/2014/main" val="3839813910"/>
                  </a:ext>
                </a:extLst>
              </a:tr>
            </a:tbl>
          </a:graphicData>
        </a:graphic>
      </p:graphicFrame>
      <p:sp>
        <p:nvSpPr>
          <p:cNvPr id="21544" name="TextBox 5"/>
          <p:cNvSpPr txBox="1">
            <a:spLocks noChangeArrowheads="1"/>
          </p:cNvSpPr>
          <p:nvPr/>
        </p:nvSpPr>
        <p:spPr bwMode="auto">
          <a:xfrm>
            <a:off x="8247064" y="2990851"/>
            <a:ext cx="1109599" cy="461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2401">
                <a:solidFill>
                  <a:prstClr val="black"/>
                </a:solidFill>
              </a:rPr>
              <a:t>IDX(S)</a:t>
            </a:r>
            <a:endParaRPr lang="en-IN" altLang="en-US" sz="2401">
              <a:solidFill>
                <a:prstClr val="black"/>
              </a:solidFill>
            </a:endParaRPr>
          </a:p>
        </p:txBody>
      </p:sp>
      <p:sp>
        <p:nvSpPr>
          <p:cNvPr id="21545" name="TextBox 6"/>
          <p:cNvSpPr txBox="1">
            <a:spLocks noChangeArrowheads="1"/>
          </p:cNvSpPr>
          <p:nvPr/>
        </p:nvSpPr>
        <p:spPr bwMode="auto">
          <a:xfrm>
            <a:off x="7513638" y="244475"/>
            <a:ext cx="29972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X    x</a:t>
            </a:r>
            <a:r>
              <a:rPr lang="en-US" altLang="en-US" sz="1200" baseline="-25000">
                <a:solidFill>
                  <a:prstClr val="black"/>
                </a:solidFill>
              </a:rPr>
              <a:t>1 </a:t>
            </a:r>
            <a:r>
              <a:rPr lang="en-US" altLang="en-US" sz="1200">
                <a:solidFill>
                  <a:prstClr val="black"/>
                </a:solidFill>
              </a:rPr>
              <a:t>: {Block, Jeevan, Cinema, Old, Agra}</a:t>
            </a:r>
          </a:p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       x</a:t>
            </a:r>
            <a:r>
              <a:rPr lang="en-US" altLang="en-US" sz="1200" baseline="-25000">
                <a:solidFill>
                  <a:prstClr val="black"/>
                </a:solidFill>
              </a:rPr>
              <a:t>2 </a:t>
            </a:r>
            <a:r>
              <a:rPr lang="en-US" altLang="en-US" sz="1200">
                <a:solidFill>
                  <a:prstClr val="black"/>
                </a:solidFill>
              </a:rPr>
              <a:t>: {House, Jeevan, Vihar, Delhi}</a:t>
            </a:r>
          </a:p>
          <a:p>
            <a:pPr defTabSz="829909"/>
            <a:endParaRPr lang="en-US" altLang="en-US" sz="1200">
              <a:solidFill>
                <a:prstClr val="black"/>
              </a:solidFill>
            </a:endParaRPr>
          </a:p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Y    x</a:t>
            </a:r>
            <a:r>
              <a:rPr lang="en-US" altLang="en-US" sz="1200" baseline="-25000">
                <a:solidFill>
                  <a:prstClr val="black"/>
                </a:solidFill>
              </a:rPr>
              <a:t>3 </a:t>
            </a:r>
            <a:r>
              <a:rPr lang="en-US" altLang="en-US" sz="1200">
                <a:solidFill>
                  <a:prstClr val="black"/>
                </a:solidFill>
              </a:rPr>
              <a:t>: {Block, Jeevan, Cinema, Agra}</a:t>
            </a:r>
          </a:p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      x</a:t>
            </a:r>
            <a:r>
              <a:rPr lang="en-US" altLang="en-US" sz="1200" baseline="-25000">
                <a:solidFill>
                  <a:prstClr val="black"/>
                </a:solidFill>
              </a:rPr>
              <a:t>4 </a:t>
            </a:r>
            <a:r>
              <a:rPr lang="en-US" altLang="en-US" sz="1200">
                <a:solidFill>
                  <a:prstClr val="black"/>
                </a:solidFill>
              </a:rPr>
              <a:t>: {Building, Ravi, Vihar, New, Delhi}</a:t>
            </a:r>
          </a:p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      x</a:t>
            </a:r>
            <a:r>
              <a:rPr lang="en-US" altLang="en-US" sz="1200" baseline="-25000">
                <a:solidFill>
                  <a:prstClr val="black"/>
                </a:solidFill>
              </a:rPr>
              <a:t>5 </a:t>
            </a:r>
            <a:r>
              <a:rPr lang="en-US" altLang="en-US" sz="1200">
                <a:solidFill>
                  <a:prstClr val="black"/>
                </a:solidFill>
              </a:rPr>
              <a:t>: {Block, Jeevan, Vihar, New, Delhi</a:t>
            </a:r>
            <a:r>
              <a:rPr lang="en-US" altLang="en-US" sz="1400">
                <a:solidFill>
                  <a:prstClr val="black"/>
                </a:solidFill>
              </a:rPr>
              <a:t>}</a:t>
            </a:r>
          </a:p>
          <a:p>
            <a:pPr defTabSz="829909"/>
            <a:r>
              <a:rPr lang="en-US" altLang="en-US" sz="1400">
                <a:solidFill>
                  <a:prstClr val="black"/>
                </a:solidFill>
              </a:rPr>
              <a:t>     </a:t>
            </a:r>
            <a:r>
              <a:rPr lang="en-US" altLang="en-US" sz="1200">
                <a:solidFill>
                  <a:prstClr val="black"/>
                </a:solidFill>
              </a:rPr>
              <a:t>x</a:t>
            </a:r>
            <a:r>
              <a:rPr lang="en-US" altLang="en-US" sz="1200" baseline="-25000">
                <a:solidFill>
                  <a:prstClr val="black"/>
                </a:solidFill>
              </a:rPr>
              <a:t>6 </a:t>
            </a:r>
            <a:r>
              <a:rPr lang="en-US" altLang="en-US" sz="1200">
                <a:solidFill>
                  <a:prstClr val="black"/>
                </a:solidFill>
              </a:rPr>
              <a:t>: {Mandir, Ravi, Vihar, Delhi}</a:t>
            </a:r>
            <a:endParaRPr lang="en-IN" altLang="en-US" sz="240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5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210339" y="5788383"/>
            <a:ext cx="2544952" cy="153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013" indent="-285774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97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335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574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813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2051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289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528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fld id="{9994EF09-2350-4CA9-A689-66AE40C76893}" type="slidenum">
              <a:rPr lang="en-US" altLang="en-US" sz="1000">
                <a:solidFill>
                  <a:srgbClr val="969696"/>
                </a:solidFill>
                <a:latin typeface="Arial" panose="020B0604020202020204" pitchFamily="34" charset="0"/>
              </a:rPr>
              <a:pPr defTabSz="829909"/>
              <a:t>4</a:t>
            </a:fld>
            <a:endParaRPr lang="en-US" altLang="en-US" sz="1000">
              <a:solidFill>
                <a:srgbClr val="969696"/>
              </a:solidFill>
              <a:latin typeface="Arial" panose="020B0604020202020204" pitchFamily="34" charset="0"/>
            </a:endParaRPr>
          </a:p>
        </p:txBody>
      </p:sp>
      <p:sp>
        <p:nvSpPr>
          <p:cNvPr id="22531" name="TextBox 2"/>
          <p:cNvSpPr txBox="1">
            <a:spLocks noChangeArrowheads="1"/>
          </p:cNvSpPr>
          <p:nvPr/>
        </p:nvSpPr>
        <p:spPr bwMode="auto">
          <a:xfrm>
            <a:off x="1798639" y="508000"/>
            <a:ext cx="25394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2800" b="1">
                <a:solidFill>
                  <a:prstClr val="black"/>
                </a:solidFill>
              </a:rPr>
              <a:t>Prefix Filtering</a:t>
            </a:r>
            <a:endParaRPr lang="en-IN" altLang="en-US" sz="2800" b="1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644650" y="1524000"/>
            <a:ext cx="8813800" cy="3995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94706" lvl="1" indent="-457239" defTabSz="829909">
              <a:spcBef>
                <a:spcPts val="82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400084" algn="l"/>
                <a:tab pos="400719" algn="l"/>
              </a:tabLst>
              <a:defRPr/>
            </a:pPr>
            <a:r>
              <a:rPr lang="en-US" sz="2500" spc="5" dirty="0">
                <a:solidFill>
                  <a:srgbClr val="464653"/>
                </a:solidFill>
                <a:latin typeface="Calibri"/>
                <a:cs typeface="Calibri"/>
              </a:rPr>
              <a:t>i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f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|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x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-60" dirty="0">
                <a:solidFill>
                  <a:srgbClr val="464653"/>
                </a:solidFill>
                <a:latin typeface="Lucida Sans Unicode"/>
                <a:cs typeface="Lucida Sans Unicode"/>
              </a:rPr>
              <a:t>⋂</a:t>
            </a:r>
            <a:r>
              <a:rPr lang="en-US" sz="2500" spc="-200" dirty="0">
                <a:solidFill>
                  <a:srgbClr val="464653"/>
                </a:solidFill>
                <a:latin typeface="Lucida Sans Unicode"/>
                <a:cs typeface="Lucida Sans Unicode"/>
              </a:rPr>
              <a:t> 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y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|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405" dirty="0">
                <a:solidFill>
                  <a:srgbClr val="464653"/>
                </a:solidFill>
                <a:latin typeface="Lucida Sans Unicode"/>
                <a:cs typeface="Lucida Sans Unicode"/>
              </a:rPr>
              <a:t>≥</a:t>
            </a:r>
            <a:r>
              <a:rPr lang="en-US" sz="2500" spc="-200" dirty="0">
                <a:solidFill>
                  <a:srgbClr val="464653"/>
                </a:solidFill>
                <a:latin typeface="Lucida Sans Unicode"/>
                <a:cs typeface="Lucida Sans Unicode"/>
              </a:rPr>
              <a:t> 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k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dirty="0">
                <a:solidFill>
                  <a:srgbClr val="464653"/>
                </a:solidFill>
                <a:latin typeface="Wingdings"/>
                <a:cs typeface="Wingdings"/>
              </a:rPr>
              <a:t></a:t>
            </a:r>
            <a:r>
              <a:rPr lang="en-US" sz="2500" spc="-20" dirty="0">
                <a:solidFill>
                  <a:srgbClr val="464653"/>
                </a:solidFill>
                <a:latin typeface="Times New Roman"/>
                <a:cs typeface="Times New Roman"/>
              </a:rPr>
              <a:t> 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a</a:t>
            </a:r>
            <a:r>
              <a:rPr lang="en-US" sz="2500" spc="-25" dirty="0">
                <a:solidFill>
                  <a:srgbClr val="464653"/>
                </a:solidFill>
                <a:latin typeface="Calibri"/>
                <a:cs typeface="Calibri"/>
              </a:rPr>
              <a:t>n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y</a:t>
            </a:r>
            <a:r>
              <a:rPr lang="en-US" sz="2500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s</a:t>
            </a:r>
            <a:r>
              <a:rPr lang="en-US" sz="2500" spc="20" dirty="0">
                <a:solidFill>
                  <a:srgbClr val="464653"/>
                </a:solidFill>
                <a:latin typeface="Calibri"/>
                <a:cs typeface="Calibri"/>
              </a:rPr>
              <a:t>u</a:t>
            </a:r>
            <a:r>
              <a:rPr lang="en-US" sz="2500" spc="5" dirty="0">
                <a:solidFill>
                  <a:srgbClr val="464653"/>
                </a:solidFill>
                <a:latin typeface="Calibri"/>
                <a:cs typeface="Calibri"/>
              </a:rPr>
              <a:t>b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se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t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75" dirty="0">
                <a:solidFill>
                  <a:srgbClr val="464653"/>
                </a:solidFill>
                <a:latin typeface="Calibri"/>
                <a:cs typeface="Calibri"/>
              </a:rPr>
              <a:t>x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’</a:t>
            </a:r>
            <a:r>
              <a:rPr lang="en-US" sz="2500" spc="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375" dirty="0">
                <a:solidFill>
                  <a:srgbClr val="464653"/>
                </a:solidFill>
                <a:latin typeface="Lucida Sans Unicode"/>
                <a:cs typeface="Lucida Sans Unicode"/>
                <a:sym typeface="Symbol" panose="05050102010706020507" pitchFamily="18" charset="2"/>
              </a:rPr>
              <a:t></a:t>
            </a:r>
            <a:r>
              <a:rPr lang="en-US" sz="2500" spc="-200" dirty="0">
                <a:solidFill>
                  <a:srgbClr val="464653"/>
                </a:solidFill>
                <a:latin typeface="Lucida Sans Unicode"/>
                <a:cs typeface="Lucida Sans Unicode"/>
              </a:rPr>
              <a:t> 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x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 o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f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s</a:t>
            </a:r>
            <a:r>
              <a:rPr lang="en-US" sz="2500" spc="5" dirty="0">
                <a:solidFill>
                  <a:srgbClr val="464653"/>
                </a:solidFill>
                <a:latin typeface="Calibri"/>
                <a:cs typeface="Calibri"/>
              </a:rPr>
              <a:t>i</a:t>
            </a:r>
            <a:r>
              <a:rPr lang="en-US" sz="2500" spc="-45" dirty="0">
                <a:solidFill>
                  <a:srgbClr val="464653"/>
                </a:solidFill>
                <a:latin typeface="Calibri"/>
                <a:cs typeface="Calibri"/>
              </a:rPr>
              <a:t>z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e</a:t>
            </a:r>
            <a:r>
              <a:rPr lang="en-US" sz="2500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-10" dirty="0">
                <a:solidFill>
                  <a:srgbClr val="464653"/>
                </a:solidFill>
                <a:latin typeface="Calibri"/>
                <a:cs typeface="Calibri"/>
              </a:rPr>
              <a:t>a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t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5" dirty="0">
                <a:solidFill>
                  <a:srgbClr val="464653"/>
                </a:solidFill>
                <a:latin typeface="Calibri"/>
                <a:cs typeface="Calibri"/>
              </a:rPr>
              <a:t>l</a:t>
            </a:r>
            <a:r>
              <a:rPr lang="en-US" sz="2500" spc="25" dirty="0">
                <a:solidFill>
                  <a:srgbClr val="464653"/>
                </a:solidFill>
                <a:latin typeface="Calibri"/>
                <a:cs typeface="Calibri"/>
              </a:rPr>
              <a:t>e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a</a:t>
            </a:r>
            <a:r>
              <a:rPr lang="en-US" sz="2500" spc="-20" dirty="0">
                <a:solidFill>
                  <a:srgbClr val="464653"/>
                </a:solidFill>
                <a:latin typeface="Calibri"/>
                <a:cs typeface="Calibri"/>
              </a:rPr>
              <a:t>s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t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 |x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|</a:t>
            </a:r>
            <a:r>
              <a:rPr lang="en-US" sz="2500" spc="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-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5" dirty="0">
                <a:solidFill>
                  <a:srgbClr val="464653"/>
                </a:solidFill>
                <a:latin typeface="Calibri"/>
                <a:cs typeface="Calibri"/>
              </a:rPr>
              <a:t>(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k</a:t>
            </a:r>
            <a:r>
              <a:rPr lang="en-US" sz="2500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–</a:t>
            </a:r>
            <a:r>
              <a:rPr lang="en-US" sz="2500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spc="10" dirty="0">
                <a:solidFill>
                  <a:srgbClr val="464653"/>
                </a:solidFill>
                <a:latin typeface="Calibri"/>
                <a:cs typeface="Calibri"/>
              </a:rPr>
              <a:t>1)  </a:t>
            </a:r>
            <a:r>
              <a:rPr lang="en-US" sz="2500" spc="5" dirty="0">
                <a:solidFill>
                  <a:srgbClr val="464653"/>
                </a:solidFill>
                <a:latin typeface="Calibri"/>
                <a:cs typeface="Calibri"/>
              </a:rPr>
              <a:t>must overlap</a:t>
            </a:r>
            <a:r>
              <a:rPr lang="en-US" sz="2500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z="2500" dirty="0">
                <a:solidFill>
                  <a:srgbClr val="464653"/>
                </a:solidFill>
                <a:latin typeface="Calibri"/>
                <a:cs typeface="Calibri"/>
              </a:rPr>
              <a:t>y</a:t>
            </a:r>
            <a:endParaRPr lang="en-US" spc="-30" dirty="0">
              <a:solidFill>
                <a:srgbClr val="464653"/>
              </a:solidFill>
              <a:latin typeface="Calibri"/>
              <a:cs typeface="Calibri"/>
            </a:endParaRPr>
          </a:p>
          <a:p>
            <a:pPr marL="494706" indent="-457239" defTabSz="829909">
              <a:spcBef>
                <a:spcPts val="82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400084" algn="l"/>
                <a:tab pos="400719" algn="l"/>
              </a:tabLst>
              <a:defRPr/>
            </a:pPr>
            <a:r>
              <a:rPr lang="en-US" spc="-30" dirty="0">
                <a:solidFill>
                  <a:srgbClr val="464653"/>
                </a:solidFill>
                <a:latin typeface="Calibri"/>
                <a:cs typeface="Calibri"/>
              </a:rPr>
              <a:t>C</a:t>
            </a:r>
            <a:r>
              <a:rPr lang="en-US" spc="-25" dirty="0">
                <a:solidFill>
                  <a:srgbClr val="464653"/>
                </a:solidFill>
                <a:latin typeface="Calibri"/>
                <a:cs typeface="Calibri"/>
              </a:rPr>
              <a:t>o</a:t>
            </a:r>
            <a:r>
              <a:rPr lang="en-US" spc="-20" dirty="0">
                <a:solidFill>
                  <a:srgbClr val="464653"/>
                </a:solidFill>
                <a:latin typeface="Calibri"/>
                <a:cs typeface="Calibri"/>
              </a:rPr>
              <a:t>n</a:t>
            </a:r>
            <a:r>
              <a:rPr lang="en-US" spc="-15" dirty="0">
                <a:solidFill>
                  <a:srgbClr val="464653"/>
                </a:solidFill>
                <a:latin typeface="Calibri"/>
                <a:cs typeface="Calibri"/>
              </a:rPr>
              <a:t>si</a:t>
            </a:r>
            <a:r>
              <a:rPr lang="en-US" spc="-20" dirty="0">
                <a:solidFill>
                  <a:srgbClr val="464653"/>
                </a:solidFill>
                <a:latin typeface="Calibri"/>
                <a:cs typeface="Calibri"/>
              </a:rPr>
              <a:t>d</a:t>
            </a:r>
            <a:r>
              <a:rPr lang="en-US" spc="-30" dirty="0">
                <a:solidFill>
                  <a:srgbClr val="464653"/>
                </a:solidFill>
                <a:latin typeface="Calibri"/>
                <a:cs typeface="Calibri"/>
              </a:rPr>
              <a:t>e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r</a:t>
            </a:r>
            <a:r>
              <a:rPr lang="en-US" spc="-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-35" dirty="0">
                <a:solidFill>
                  <a:srgbClr val="464653"/>
                </a:solidFill>
                <a:latin typeface="Calibri"/>
                <a:cs typeface="Calibri"/>
              </a:rPr>
              <a:t>m</a:t>
            </a:r>
            <a:r>
              <a:rPr lang="en-US" spc="-55" dirty="0">
                <a:solidFill>
                  <a:srgbClr val="464653"/>
                </a:solidFill>
                <a:latin typeface="Calibri"/>
                <a:cs typeface="Calibri"/>
              </a:rPr>
              <a:t>at</a:t>
            </a:r>
            <a:r>
              <a:rPr lang="en-US" spc="-15" dirty="0">
                <a:solidFill>
                  <a:srgbClr val="464653"/>
                </a:solidFill>
                <a:latin typeface="Calibri"/>
                <a:cs typeface="Calibri"/>
              </a:rPr>
              <a:t>c</a:t>
            </a:r>
            <a:r>
              <a:rPr lang="en-US" spc="-20" dirty="0">
                <a:solidFill>
                  <a:srgbClr val="464653"/>
                </a:solidFill>
                <a:latin typeface="Calibri"/>
                <a:cs typeface="Calibri"/>
              </a:rPr>
              <a:t>h</a:t>
            </a:r>
            <a:r>
              <a:rPr lang="en-US" spc="-15" dirty="0">
                <a:solidFill>
                  <a:srgbClr val="464653"/>
                </a:solidFill>
                <a:latin typeface="Calibri"/>
                <a:cs typeface="Calibri"/>
              </a:rPr>
              <a:t>i</a:t>
            </a:r>
            <a:r>
              <a:rPr lang="en-US" spc="-20" dirty="0">
                <a:solidFill>
                  <a:srgbClr val="464653"/>
                </a:solidFill>
                <a:latin typeface="Calibri"/>
                <a:cs typeface="Calibri"/>
              </a:rPr>
              <a:t>n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g</a:t>
            </a:r>
            <a:r>
              <a:rPr lang="en-US" spc="-3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-20" dirty="0">
                <a:solidFill>
                  <a:srgbClr val="464653"/>
                </a:solidFill>
                <a:latin typeface="Calibri"/>
                <a:cs typeface="Calibri"/>
              </a:rPr>
              <a:t>u</a:t>
            </a:r>
            <a:r>
              <a:rPr lang="en-US" spc="-15" dirty="0">
                <a:solidFill>
                  <a:srgbClr val="464653"/>
                </a:solidFill>
                <a:latin typeface="Calibri"/>
                <a:cs typeface="Calibri"/>
              </a:rPr>
              <a:t>si</a:t>
            </a:r>
            <a:r>
              <a:rPr lang="en-US" spc="-20" dirty="0">
                <a:solidFill>
                  <a:srgbClr val="464653"/>
                </a:solidFill>
                <a:latin typeface="Calibri"/>
                <a:cs typeface="Calibri"/>
              </a:rPr>
              <a:t>n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g</a:t>
            </a:r>
            <a:r>
              <a:rPr lang="en-US" spc="-30" dirty="0">
                <a:solidFill>
                  <a:srgbClr val="464653"/>
                </a:solidFill>
                <a:latin typeface="Calibri"/>
                <a:cs typeface="Calibri"/>
              </a:rPr>
              <a:t> O</a:t>
            </a:r>
            <a:r>
              <a:rPr lang="en-US" spc="-15" dirty="0">
                <a:solidFill>
                  <a:srgbClr val="464653"/>
                </a:solidFill>
                <a:latin typeface="Calibri"/>
                <a:cs typeface="Calibri"/>
              </a:rPr>
              <a:t>(</a:t>
            </a:r>
            <a:r>
              <a:rPr lang="en-US" spc="-20" dirty="0" err="1">
                <a:solidFill>
                  <a:srgbClr val="464653"/>
                </a:solidFill>
                <a:latin typeface="Calibri"/>
                <a:cs typeface="Calibri"/>
              </a:rPr>
              <a:t>x</a:t>
            </a:r>
            <a:r>
              <a:rPr lang="en-US" spc="-10" dirty="0" err="1">
                <a:solidFill>
                  <a:srgbClr val="464653"/>
                </a:solidFill>
                <a:latin typeface="Calibri"/>
                <a:cs typeface="Calibri"/>
              </a:rPr>
              <a:t>,</a:t>
            </a:r>
            <a:r>
              <a:rPr lang="en-US" spc="-25" dirty="0" err="1">
                <a:solidFill>
                  <a:srgbClr val="464653"/>
                </a:solidFill>
                <a:latin typeface="Calibri"/>
                <a:cs typeface="Calibri"/>
              </a:rPr>
              <a:t>y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)</a:t>
            </a:r>
            <a:r>
              <a:rPr lang="en-US" spc="-3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484" dirty="0">
                <a:solidFill>
                  <a:srgbClr val="464653"/>
                </a:solidFill>
                <a:latin typeface="Lucida Sans Unicode"/>
                <a:cs typeface="Lucida Sans Unicode"/>
              </a:rPr>
              <a:t>≥</a:t>
            </a:r>
            <a:r>
              <a:rPr lang="en-US" spc="-310" dirty="0">
                <a:solidFill>
                  <a:srgbClr val="464653"/>
                </a:solidFill>
                <a:latin typeface="Lucida Sans Unicode"/>
                <a:cs typeface="Lucida Sans Unicode"/>
              </a:rPr>
              <a:t>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3</a:t>
            </a:r>
            <a:endParaRPr lang="en-US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494706" indent="-457239" defTabSz="829909">
              <a:spcBef>
                <a:spcPts val="72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400084" algn="l"/>
                <a:tab pos="400719" algn="l"/>
              </a:tabLst>
              <a:defRPr/>
            </a:pPr>
            <a:r>
              <a:rPr lang="en-IN" spc="10" dirty="0">
                <a:solidFill>
                  <a:srgbClr val="464653"/>
                </a:solidFill>
                <a:latin typeface="Calibri"/>
                <a:cs typeface="Calibri"/>
              </a:rPr>
              <a:t>x</a:t>
            </a:r>
            <a:r>
              <a:rPr lang="en-IN" spc="10" baseline="-25000" dirty="0">
                <a:solidFill>
                  <a:srgbClr val="464653"/>
                </a:solidFill>
                <a:latin typeface="Calibri"/>
                <a:cs typeface="Calibri"/>
              </a:rPr>
              <a:t>1</a:t>
            </a:r>
            <a:r>
              <a:rPr lang="en-IN" spc="10" dirty="0">
                <a:solidFill>
                  <a:srgbClr val="464653"/>
                </a:solidFill>
                <a:latin typeface="Calibri"/>
                <a:cs typeface="Calibri"/>
              </a:rPr>
              <a:t>=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{Block,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Jeevan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 Cinema, Old, Agra}</a:t>
            </a:r>
          </a:p>
          <a:p>
            <a:pPr marL="494706" indent="-457239" defTabSz="829909">
              <a:spcBef>
                <a:spcPts val="72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400084" algn="l"/>
                <a:tab pos="400719" algn="l"/>
              </a:tabLst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494706" indent="-457239" defTabSz="829909">
              <a:spcBef>
                <a:spcPts val="72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400084" algn="l"/>
                <a:tab pos="400719" algn="l"/>
              </a:tabLst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What would be the candidate set?</a:t>
            </a:r>
          </a:p>
          <a:p>
            <a:pPr marL="494706" indent="-457239" defTabSz="829909">
              <a:spcBef>
                <a:spcPts val="72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400084" algn="l"/>
                <a:tab pos="400719" algn="l"/>
              </a:tabLst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494706" indent="-457239" defTabSz="829909">
              <a:spcBef>
                <a:spcPts val="72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400084" algn="l"/>
                <a:tab pos="400719" algn="l"/>
              </a:tabLst>
              <a:defRPr/>
            </a:pPr>
            <a:r>
              <a:rPr lang="en-US" spc="-25" dirty="0">
                <a:solidFill>
                  <a:srgbClr val="464653"/>
                </a:solidFill>
                <a:latin typeface="Calibri"/>
                <a:cs typeface="Calibri"/>
              </a:rPr>
              <a:t>Prefix </a:t>
            </a:r>
            <a:r>
              <a:rPr lang="en-US" spc="-15" dirty="0">
                <a:solidFill>
                  <a:srgbClr val="464653"/>
                </a:solidFill>
                <a:latin typeface="Franklin Gothic Medium"/>
                <a:cs typeface="Franklin Gothic Medium"/>
              </a:rPr>
              <a:t>x</a:t>
            </a:r>
            <a:r>
              <a:rPr lang="en-US" spc="-22" baseline="-16666" dirty="0">
                <a:solidFill>
                  <a:srgbClr val="464653"/>
                </a:solidFill>
                <a:latin typeface="Calibri"/>
                <a:cs typeface="Calibri"/>
              </a:rPr>
              <a:t>1</a:t>
            </a:r>
            <a:r>
              <a:rPr lang="en-US" spc="-15" dirty="0">
                <a:solidFill>
                  <a:srgbClr val="464653"/>
                </a:solidFill>
                <a:latin typeface="Calibri"/>
                <a:cs typeface="Calibri"/>
              </a:rPr>
              <a:t>’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=</a:t>
            </a:r>
            <a:r>
              <a:rPr lang="en-US" spc="-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{Block,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Jeevan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 Cinema}, </a:t>
            </a:r>
          </a:p>
          <a:p>
            <a:pPr marL="494706" indent="-457239" defTabSz="829909">
              <a:spcBef>
                <a:spcPts val="72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400084" algn="l"/>
                <a:tab pos="400719" algn="l"/>
              </a:tabLst>
              <a:defRPr/>
            </a:pPr>
            <a:r>
              <a:rPr lang="en-US" spc="-15" dirty="0">
                <a:solidFill>
                  <a:srgbClr val="464653"/>
                </a:solidFill>
                <a:latin typeface="Calibri"/>
                <a:cs typeface="Calibri"/>
              </a:rPr>
              <a:t>Use </a:t>
            </a:r>
            <a:r>
              <a:rPr lang="en-US" spc="-35" dirty="0">
                <a:solidFill>
                  <a:srgbClr val="464653"/>
                </a:solidFill>
                <a:latin typeface="Calibri"/>
                <a:cs typeface="Calibri"/>
              </a:rPr>
              <a:t>inverted </a:t>
            </a:r>
            <a:r>
              <a:rPr lang="en-US" spc="-30" dirty="0">
                <a:solidFill>
                  <a:srgbClr val="464653"/>
                </a:solidFill>
                <a:latin typeface="Calibri"/>
                <a:cs typeface="Calibri"/>
              </a:rPr>
              <a:t>index </a:t>
            </a:r>
            <a:r>
              <a:rPr lang="en-US" spc="-25" dirty="0">
                <a:solidFill>
                  <a:srgbClr val="464653"/>
                </a:solidFill>
                <a:latin typeface="Calibri"/>
                <a:cs typeface="Calibri"/>
              </a:rPr>
              <a:t>to </a:t>
            </a:r>
            <a:r>
              <a:rPr lang="en-US" spc="-15" dirty="0">
                <a:solidFill>
                  <a:srgbClr val="464653"/>
                </a:solidFill>
                <a:latin typeface="Calibri"/>
                <a:cs typeface="Calibri"/>
              </a:rPr>
              <a:t>find the candidate set C={</a:t>
            </a:r>
            <a:r>
              <a:rPr lang="en-US" spc="-15" dirty="0">
                <a:solidFill>
                  <a:srgbClr val="464653"/>
                </a:solidFill>
                <a:latin typeface="Franklin Gothic Medium"/>
                <a:cs typeface="Calibri"/>
              </a:rPr>
              <a:t>x</a:t>
            </a:r>
            <a:r>
              <a:rPr lang="en-US" spc="-22" baseline="-16666" dirty="0">
                <a:solidFill>
                  <a:srgbClr val="464653"/>
                </a:solidFill>
                <a:latin typeface="Calibri"/>
                <a:cs typeface="Calibri"/>
              </a:rPr>
              <a:t>3</a:t>
            </a:r>
            <a:r>
              <a:rPr lang="en-US" spc="-22" dirty="0">
                <a:solidFill>
                  <a:srgbClr val="464653"/>
                </a:solidFill>
                <a:latin typeface="Calibri"/>
                <a:cs typeface="Calibri"/>
              </a:rPr>
              <a:t>, </a:t>
            </a:r>
            <a:r>
              <a:rPr lang="en-US" spc="-15" dirty="0">
                <a:solidFill>
                  <a:srgbClr val="464653"/>
                </a:solidFill>
                <a:latin typeface="Franklin Gothic Medium"/>
                <a:cs typeface="Calibri"/>
              </a:rPr>
              <a:t>x</a:t>
            </a:r>
            <a:r>
              <a:rPr lang="en-US" spc="-22" baseline="-16666" dirty="0">
                <a:solidFill>
                  <a:srgbClr val="464653"/>
                </a:solidFill>
                <a:latin typeface="Calibri"/>
                <a:cs typeface="Calibri"/>
              </a:rPr>
              <a:t>5</a:t>
            </a:r>
            <a:r>
              <a:rPr lang="en-US" spc="-15" dirty="0">
                <a:solidFill>
                  <a:srgbClr val="464653"/>
                </a:solidFill>
                <a:latin typeface="Calibri"/>
                <a:cs typeface="Calibri"/>
              </a:rPr>
              <a:t>} </a:t>
            </a:r>
            <a:r>
              <a:rPr lang="en-US" spc="-20" dirty="0">
                <a:solidFill>
                  <a:srgbClr val="464653"/>
                </a:solidFill>
                <a:latin typeface="Calibri"/>
                <a:cs typeface="Calibri"/>
              </a:rPr>
              <a:t>which </a:t>
            </a:r>
            <a:r>
              <a:rPr lang="en-US" spc="-30" dirty="0">
                <a:solidFill>
                  <a:srgbClr val="464653"/>
                </a:solidFill>
                <a:latin typeface="Calibri"/>
                <a:cs typeface="Calibri"/>
              </a:rPr>
              <a:t>contain at </a:t>
            </a:r>
            <a:r>
              <a:rPr lang="en-US" spc="-25" dirty="0">
                <a:solidFill>
                  <a:srgbClr val="464653"/>
                </a:solidFill>
                <a:latin typeface="Calibri"/>
                <a:cs typeface="Calibri"/>
              </a:rPr>
              <a:t>least </a:t>
            </a:r>
            <a:r>
              <a:rPr lang="en-US" spc="-66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-15" dirty="0">
                <a:solidFill>
                  <a:srgbClr val="464653"/>
                </a:solidFill>
                <a:latin typeface="Calibri"/>
                <a:cs typeface="Calibri"/>
              </a:rPr>
              <a:t>one</a:t>
            </a:r>
            <a:r>
              <a:rPr lang="en-US" spc="-4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-45" dirty="0">
                <a:solidFill>
                  <a:srgbClr val="464653"/>
                </a:solidFill>
                <a:latin typeface="Calibri"/>
                <a:cs typeface="Calibri"/>
              </a:rPr>
              <a:t>token</a:t>
            </a:r>
            <a:r>
              <a:rPr lang="en-US" spc="-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464653"/>
                </a:solidFill>
                <a:latin typeface="Calibri"/>
                <a:cs typeface="Calibri"/>
              </a:rPr>
              <a:t>in</a:t>
            </a:r>
            <a:r>
              <a:rPr lang="en-US" spc="-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-15" dirty="0">
                <a:solidFill>
                  <a:srgbClr val="464653"/>
                </a:solidFill>
                <a:latin typeface="Franklin Gothic Medium"/>
                <a:cs typeface="Franklin Gothic Medium"/>
              </a:rPr>
              <a:t>x</a:t>
            </a:r>
            <a:r>
              <a:rPr lang="en-US" spc="-22" baseline="-16666" dirty="0">
                <a:solidFill>
                  <a:srgbClr val="464653"/>
                </a:solidFill>
                <a:latin typeface="Calibri"/>
                <a:cs typeface="Calibri"/>
              </a:rPr>
              <a:t>1</a:t>
            </a:r>
            <a:r>
              <a:rPr lang="en-US" spc="-15" dirty="0">
                <a:solidFill>
                  <a:srgbClr val="464653"/>
                </a:solidFill>
                <a:latin typeface="Calibri"/>
                <a:cs typeface="Calibri"/>
              </a:rPr>
              <a:t>’.</a:t>
            </a:r>
          </a:p>
          <a:p>
            <a:pPr defTabSz="829909">
              <a:defRPr/>
            </a:pPr>
            <a:endParaRPr lang="en-IN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533" name="TextBox 4"/>
          <p:cNvSpPr txBox="1">
            <a:spLocks noChangeArrowheads="1"/>
          </p:cNvSpPr>
          <p:nvPr/>
        </p:nvSpPr>
        <p:spPr bwMode="auto">
          <a:xfrm>
            <a:off x="7548563" y="2752725"/>
            <a:ext cx="29972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X    x</a:t>
            </a:r>
            <a:r>
              <a:rPr lang="en-US" altLang="en-US" sz="1200" baseline="-25000">
                <a:solidFill>
                  <a:prstClr val="black"/>
                </a:solidFill>
              </a:rPr>
              <a:t>1 </a:t>
            </a:r>
            <a:r>
              <a:rPr lang="en-US" altLang="en-US" sz="1200">
                <a:solidFill>
                  <a:prstClr val="black"/>
                </a:solidFill>
              </a:rPr>
              <a:t>: {Block, Jeevan, Cinema, Old, Agra}</a:t>
            </a:r>
          </a:p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       x</a:t>
            </a:r>
            <a:r>
              <a:rPr lang="en-US" altLang="en-US" sz="1200" baseline="-25000">
                <a:solidFill>
                  <a:prstClr val="black"/>
                </a:solidFill>
              </a:rPr>
              <a:t>2 </a:t>
            </a:r>
            <a:r>
              <a:rPr lang="en-US" altLang="en-US" sz="1200">
                <a:solidFill>
                  <a:prstClr val="black"/>
                </a:solidFill>
              </a:rPr>
              <a:t>: {House, Jeevan, Vihar, Delhi}</a:t>
            </a:r>
          </a:p>
          <a:p>
            <a:pPr defTabSz="829909"/>
            <a:endParaRPr lang="en-US" altLang="en-US" sz="1200">
              <a:solidFill>
                <a:prstClr val="black"/>
              </a:solidFill>
            </a:endParaRPr>
          </a:p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Y    x</a:t>
            </a:r>
            <a:r>
              <a:rPr lang="en-US" altLang="en-US" sz="1200" baseline="-25000">
                <a:solidFill>
                  <a:prstClr val="black"/>
                </a:solidFill>
              </a:rPr>
              <a:t>3 </a:t>
            </a:r>
            <a:r>
              <a:rPr lang="en-US" altLang="en-US" sz="1200">
                <a:solidFill>
                  <a:prstClr val="black"/>
                </a:solidFill>
              </a:rPr>
              <a:t>: {Block, Jeevan, Cinema, Agra}</a:t>
            </a:r>
          </a:p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      x</a:t>
            </a:r>
            <a:r>
              <a:rPr lang="en-US" altLang="en-US" sz="1200" baseline="-25000">
                <a:solidFill>
                  <a:prstClr val="black"/>
                </a:solidFill>
              </a:rPr>
              <a:t>4 </a:t>
            </a:r>
            <a:r>
              <a:rPr lang="en-US" altLang="en-US" sz="1200">
                <a:solidFill>
                  <a:prstClr val="black"/>
                </a:solidFill>
              </a:rPr>
              <a:t>: {Building, Ravi, Vihar, New, Delhi}</a:t>
            </a:r>
          </a:p>
          <a:p>
            <a:pPr defTabSz="829909"/>
            <a:r>
              <a:rPr lang="en-US" altLang="en-US" sz="1200">
                <a:solidFill>
                  <a:prstClr val="black"/>
                </a:solidFill>
              </a:rPr>
              <a:t>      x</a:t>
            </a:r>
            <a:r>
              <a:rPr lang="en-US" altLang="en-US" sz="1200" baseline="-25000">
                <a:solidFill>
                  <a:prstClr val="black"/>
                </a:solidFill>
              </a:rPr>
              <a:t>5 </a:t>
            </a:r>
            <a:r>
              <a:rPr lang="en-US" altLang="en-US" sz="1200">
                <a:solidFill>
                  <a:prstClr val="black"/>
                </a:solidFill>
              </a:rPr>
              <a:t>: {Block, Jeevan, Vihar, New, Delhi</a:t>
            </a:r>
            <a:r>
              <a:rPr lang="en-US" altLang="en-US" sz="1400">
                <a:solidFill>
                  <a:prstClr val="black"/>
                </a:solidFill>
              </a:rPr>
              <a:t>}</a:t>
            </a:r>
          </a:p>
          <a:p>
            <a:pPr defTabSz="829909"/>
            <a:r>
              <a:rPr lang="en-US" altLang="en-US" sz="1400">
                <a:solidFill>
                  <a:prstClr val="black"/>
                </a:solidFill>
              </a:rPr>
              <a:t>     </a:t>
            </a:r>
            <a:r>
              <a:rPr lang="en-US" altLang="en-US" sz="1200">
                <a:solidFill>
                  <a:prstClr val="black"/>
                </a:solidFill>
              </a:rPr>
              <a:t>x</a:t>
            </a:r>
            <a:r>
              <a:rPr lang="en-US" altLang="en-US" sz="1200" baseline="-25000">
                <a:solidFill>
                  <a:prstClr val="black"/>
                </a:solidFill>
              </a:rPr>
              <a:t>6 </a:t>
            </a:r>
            <a:r>
              <a:rPr lang="en-US" altLang="en-US" sz="1200">
                <a:solidFill>
                  <a:prstClr val="black"/>
                </a:solidFill>
              </a:rPr>
              <a:t>: {Mandir, Ravi, Vihar, Delhi}</a:t>
            </a:r>
            <a:endParaRPr lang="en-IN" altLang="en-US" sz="240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49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>
            <a:off x="1787525" y="457200"/>
            <a:ext cx="5162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2701" defTabSz="829909">
              <a:spcBef>
                <a:spcPts val="100"/>
              </a:spcBef>
              <a:defRPr/>
            </a:pPr>
            <a:r>
              <a:rPr lang="en-US" sz="2800" spc="-20" dirty="0">
                <a:solidFill>
                  <a:prstClr val="black"/>
                </a:solidFill>
                <a:latin typeface="Calibri"/>
              </a:rPr>
              <a:t>Prefix-Inverted</a:t>
            </a:r>
            <a:r>
              <a:rPr lang="en-US" sz="2800" spc="-35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800" spc="-15" dirty="0">
                <a:solidFill>
                  <a:prstClr val="black"/>
                </a:solidFill>
                <a:latin typeface="Calibri"/>
              </a:rPr>
              <a:t>Index</a:t>
            </a:r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555" name="TextBox 3"/>
          <p:cNvSpPr txBox="1">
            <a:spLocks noChangeArrowheads="1"/>
          </p:cNvSpPr>
          <p:nvPr/>
        </p:nvSpPr>
        <p:spPr bwMode="auto">
          <a:xfrm>
            <a:off x="1838325" y="1514475"/>
            <a:ext cx="4390497" cy="196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1600">
                <a:solidFill>
                  <a:prstClr val="black"/>
                </a:solidFill>
              </a:rPr>
              <a:t>X 	 x</a:t>
            </a:r>
            <a:r>
              <a:rPr lang="en-US" altLang="en-US" sz="1600" baseline="-25000">
                <a:solidFill>
                  <a:prstClr val="black"/>
                </a:solidFill>
              </a:rPr>
              <a:t>1 </a:t>
            </a:r>
            <a:r>
              <a:rPr lang="en-US" altLang="en-US" sz="1600">
                <a:solidFill>
                  <a:prstClr val="black"/>
                </a:solidFill>
              </a:rPr>
              <a:t>: {Block, Jeevan, Cinema, Old, Agra}</a:t>
            </a:r>
          </a:p>
          <a:p>
            <a:pPr defTabSz="829909"/>
            <a:r>
              <a:rPr lang="en-US" altLang="en-US" sz="1600">
                <a:solidFill>
                  <a:prstClr val="black"/>
                </a:solidFill>
              </a:rPr>
              <a:t>	 x</a:t>
            </a:r>
            <a:r>
              <a:rPr lang="en-US" altLang="en-US" sz="1600" baseline="-25000">
                <a:solidFill>
                  <a:prstClr val="black"/>
                </a:solidFill>
              </a:rPr>
              <a:t>2 </a:t>
            </a:r>
            <a:r>
              <a:rPr lang="en-US" altLang="en-US" sz="1600">
                <a:solidFill>
                  <a:prstClr val="black"/>
                </a:solidFill>
              </a:rPr>
              <a:t>: {House, Jeevan, Vihar, Delhi}</a:t>
            </a:r>
          </a:p>
          <a:p>
            <a:pPr defTabSz="829909"/>
            <a:endParaRPr lang="en-US" altLang="en-US" sz="1600">
              <a:solidFill>
                <a:prstClr val="black"/>
              </a:solidFill>
            </a:endParaRPr>
          </a:p>
          <a:p>
            <a:pPr defTabSz="829909"/>
            <a:r>
              <a:rPr lang="en-US" altLang="en-US" sz="1600">
                <a:solidFill>
                  <a:prstClr val="black"/>
                </a:solidFill>
              </a:rPr>
              <a:t>Y	 x</a:t>
            </a:r>
            <a:r>
              <a:rPr lang="en-US" altLang="en-US" sz="1600" baseline="-25000">
                <a:solidFill>
                  <a:prstClr val="black"/>
                </a:solidFill>
              </a:rPr>
              <a:t>3 </a:t>
            </a:r>
            <a:r>
              <a:rPr lang="en-US" altLang="en-US" sz="1600">
                <a:solidFill>
                  <a:prstClr val="black"/>
                </a:solidFill>
              </a:rPr>
              <a:t>: {Block, Jeevan, Cinema, Agra}</a:t>
            </a:r>
          </a:p>
          <a:p>
            <a:pPr defTabSz="829909"/>
            <a:r>
              <a:rPr lang="en-US" altLang="en-US" sz="1600">
                <a:solidFill>
                  <a:prstClr val="black"/>
                </a:solidFill>
              </a:rPr>
              <a:t>	 x</a:t>
            </a:r>
            <a:r>
              <a:rPr lang="en-US" altLang="en-US" sz="1600" baseline="-25000">
                <a:solidFill>
                  <a:prstClr val="black"/>
                </a:solidFill>
              </a:rPr>
              <a:t>4 </a:t>
            </a:r>
            <a:r>
              <a:rPr lang="en-US" altLang="en-US" sz="1600">
                <a:solidFill>
                  <a:prstClr val="black"/>
                </a:solidFill>
              </a:rPr>
              <a:t>: {Building, Ravi, Vihar, New, Delhi}</a:t>
            </a:r>
          </a:p>
          <a:p>
            <a:pPr defTabSz="829909"/>
            <a:r>
              <a:rPr lang="en-US" altLang="en-US" sz="1600">
                <a:solidFill>
                  <a:prstClr val="black"/>
                </a:solidFill>
              </a:rPr>
              <a:t>	 x</a:t>
            </a:r>
            <a:r>
              <a:rPr lang="en-US" altLang="en-US" sz="1600" baseline="-25000">
                <a:solidFill>
                  <a:prstClr val="black"/>
                </a:solidFill>
              </a:rPr>
              <a:t>5 </a:t>
            </a:r>
            <a:r>
              <a:rPr lang="en-US" altLang="en-US" sz="1600">
                <a:solidFill>
                  <a:prstClr val="black"/>
                </a:solidFill>
              </a:rPr>
              <a:t>: {Block, Jeevan, Vihar, New, Delhi</a:t>
            </a:r>
            <a:r>
              <a:rPr lang="en-US" altLang="en-US" sz="1800">
                <a:solidFill>
                  <a:prstClr val="black"/>
                </a:solidFill>
              </a:rPr>
              <a:t>}</a:t>
            </a:r>
          </a:p>
          <a:p>
            <a:pPr defTabSz="829909"/>
            <a:r>
              <a:rPr lang="en-US" altLang="en-US" sz="1800">
                <a:solidFill>
                  <a:prstClr val="black"/>
                </a:solidFill>
              </a:rPr>
              <a:t>	</a:t>
            </a:r>
            <a:r>
              <a:rPr lang="en-US" altLang="en-US" sz="1600">
                <a:solidFill>
                  <a:prstClr val="black"/>
                </a:solidFill>
              </a:rPr>
              <a:t> x</a:t>
            </a:r>
            <a:r>
              <a:rPr lang="en-US" altLang="en-US" sz="1600" baseline="-25000">
                <a:solidFill>
                  <a:prstClr val="black"/>
                </a:solidFill>
              </a:rPr>
              <a:t>6 </a:t>
            </a:r>
            <a:r>
              <a:rPr lang="en-US" altLang="en-US" sz="1600">
                <a:solidFill>
                  <a:prstClr val="black"/>
                </a:solidFill>
              </a:rPr>
              <a:t>: {Mandir, Ravi, Vihar, Delhi}</a:t>
            </a:r>
            <a:r>
              <a:rPr lang="en-US" altLang="en-US" sz="2401">
                <a:solidFill>
                  <a:prstClr val="black"/>
                </a:solidFill>
              </a:rPr>
              <a:t>	</a:t>
            </a:r>
            <a:endParaRPr lang="en-IN" altLang="en-US" sz="2401">
              <a:solidFill>
                <a:prstClr val="black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6718407" y="801061"/>
          <a:ext cx="3882228" cy="591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557">
                  <a:extLst>
                    <a:ext uri="{9D8B030D-6E8A-4147-A177-3AD203B41FA5}">
                      <a16:colId xmlns:a16="http://schemas.microsoft.com/office/drawing/2014/main" val="4044718816"/>
                    </a:ext>
                  </a:extLst>
                </a:gridCol>
                <a:gridCol w="970557">
                  <a:extLst>
                    <a:ext uri="{9D8B030D-6E8A-4147-A177-3AD203B41FA5}">
                      <a16:colId xmlns:a16="http://schemas.microsoft.com/office/drawing/2014/main" val="1115582351"/>
                    </a:ext>
                  </a:extLst>
                </a:gridCol>
                <a:gridCol w="970557">
                  <a:extLst>
                    <a:ext uri="{9D8B030D-6E8A-4147-A177-3AD203B41FA5}">
                      <a16:colId xmlns:a16="http://schemas.microsoft.com/office/drawing/2014/main" val="957273285"/>
                    </a:ext>
                  </a:extLst>
                </a:gridCol>
                <a:gridCol w="970557">
                  <a:extLst>
                    <a:ext uri="{9D8B030D-6E8A-4147-A177-3AD203B41FA5}">
                      <a16:colId xmlns:a16="http://schemas.microsoft.com/office/drawing/2014/main" val="2217801278"/>
                    </a:ext>
                  </a:extLst>
                </a:gridCol>
              </a:tblGrid>
              <a:tr h="37086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Token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ID List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TF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Order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2410421994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Agra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1, 3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4105355068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Block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1, 3, 5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782399556"/>
                  </a:ext>
                </a:extLst>
              </a:tr>
              <a:tr h="64008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Building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3546555980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Cinema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1, 3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915440475"/>
                  </a:ext>
                </a:extLst>
              </a:tr>
              <a:tr h="644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Delhi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2, 4, 5, 6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1495211887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House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3003892737"/>
                  </a:ext>
                </a:extLst>
              </a:tr>
              <a:tr h="644696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Jeevan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1, 2, 3, 5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2256674970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Mandir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2907579790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New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4, 5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1765649116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Old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3272151829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Ravi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4, 6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79730900"/>
                  </a:ext>
                </a:extLst>
              </a:tr>
              <a:tr h="644696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Vihar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2, 4, 5, 6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IN" sz="1800" dirty="0"/>
                    </a:p>
                  </a:txBody>
                  <a:tcPr marL="91460" marR="91460" marT="45723" marB="45723"/>
                </a:tc>
                <a:extLst>
                  <a:ext uri="{0D108BD9-81ED-4DB2-BD59-A6C34878D82A}">
                    <a16:rowId xmlns:a16="http://schemas.microsoft.com/office/drawing/2014/main" val="615748660"/>
                  </a:ext>
                </a:extLst>
              </a:tr>
            </a:tbl>
          </a:graphicData>
        </a:graphic>
      </p:graphicFrame>
      <p:sp>
        <p:nvSpPr>
          <p:cNvPr id="23628" name="TextBox 5"/>
          <p:cNvSpPr txBox="1">
            <a:spLocks noChangeArrowheads="1"/>
          </p:cNvSpPr>
          <p:nvPr/>
        </p:nvSpPr>
        <p:spPr bwMode="auto">
          <a:xfrm>
            <a:off x="1703388" y="3941764"/>
            <a:ext cx="476091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endParaRPr lang="en-US" altLang="en-US" sz="2000">
              <a:solidFill>
                <a:prstClr val="black"/>
              </a:solidFill>
            </a:endParaRPr>
          </a:p>
          <a:p>
            <a:pPr defTabSz="829909"/>
            <a:r>
              <a:rPr lang="en-US" altLang="en-US" sz="2000">
                <a:solidFill>
                  <a:prstClr val="black"/>
                </a:solidFill>
              </a:rPr>
              <a:t>Order:</a:t>
            </a:r>
          </a:p>
          <a:p>
            <a:pPr defTabSz="829909"/>
            <a:r>
              <a:rPr lang="en-US" altLang="en-US" sz="1600" b="1">
                <a:solidFill>
                  <a:prstClr val="black"/>
                </a:solidFill>
              </a:rPr>
              <a:t>Building &lt; House &lt; Mandir &lt; Old &lt; Agra &lt; Cinema &lt; New &lt; Ravi &lt; Block &lt; Delhi &lt; Jeevan &lt; Vihar</a:t>
            </a:r>
            <a:endParaRPr lang="en-IN" altLang="en-US" sz="1600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173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210339" y="5788383"/>
            <a:ext cx="2544952" cy="153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013" indent="-285774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97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335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574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813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2051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289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528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fld id="{AED605AE-D1BF-40CB-AA42-BB79C2C66BFD}" type="slidenum">
              <a:rPr lang="en-US" altLang="en-US" sz="1000">
                <a:solidFill>
                  <a:srgbClr val="969696"/>
                </a:solidFill>
                <a:latin typeface="Arial" panose="020B0604020202020204" pitchFamily="34" charset="0"/>
              </a:rPr>
              <a:pPr defTabSz="829909"/>
              <a:t>6</a:t>
            </a:fld>
            <a:endParaRPr lang="en-US" altLang="en-US" sz="1000">
              <a:solidFill>
                <a:srgbClr val="969696"/>
              </a:solidFill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1608138" y="242889"/>
            <a:ext cx="88598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2000">
                <a:solidFill>
                  <a:prstClr val="black"/>
                </a:solidFill>
              </a:rPr>
              <a:t>Order:                   x</a:t>
            </a:r>
            <a:r>
              <a:rPr lang="en-US" altLang="en-US" sz="2000" baseline="-25000">
                <a:solidFill>
                  <a:prstClr val="black"/>
                </a:solidFill>
              </a:rPr>
              <a:t>1 </a:t>
            </a:r>
            <a:r>
              <a:rPr lang="en-US" altLang="en-US" sz="2000">
                <a:solidFill>
                  <a:prstClr val="black"/>
                </a:solidFill>
              </a:rPr>
              <a:t>: {Block, Jeevan, Cinema, Old, Agra}</a:t>
            </a:r>
          </a:p>
          <a:p>
            <a:pPr defTabSz="829909"/>
            <a:r>
              <a:rPr lang="en-US" altLang="en-US" sz="1600" b="1">
                <a:solidFill>
                  <a:prstClr val="black"/>
                </a:solidFill>
              </a:rPr>
              <a:t>Building &lt; House &lt; Mandir &lt; Old &lt; Agra &lt; Cinema &lt; New &lt; Ravi &lt; Block &lt; Delhi &lt; Jeevan &lt; Vihar</a:t>
            </a:r>
            <a:endParaRPr lang="en-IN" altLang="en-US" sz="1600" b="1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608138" y="3992563"/>
            <a:ext cx="4390497" cy="2339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r>
              <a:rPr lang="en-US" altLang="en-US" sz="2401">
                <a:solidFill>
                  <a:prstClr val="black"/>
                </a:solidFill>
              </a:rPr>
              <a:t>What would be the candidate set?</a:t>
            </a:r>
          </a:p>
          <a:p>
            <a:pPr defTabSz="829909"/>
            <a:r>
              <a:rPr lang="en-US" altLang="en-US" sz="1600">
                <a:solidFill>
                  <a:prstClr val="black"/>
                </a:solidFill>
              </a:rPr>
              <a:t>X 	 x</a:t>
            </a:r>
            <a:r>
              <a:rPr lang="en-US" altLang="en-US" sz="1600" baseline="-25000">
                <a:solidFill>
                  <a:prstClr val="black"/>
                </a:solidFill>
              </a:rPr>
              <a:t>1 </a:t>
            </a:r>
            <a:r>
              <a:rPr lang="en-US" altLang="en-US" sz="1600">
                <a:solidFill>
                  <a:prstClr val="black"/>
                </a:solidFill>
              </a:rPr>
              <a:t>: {</a:t>
            </a:r>
            <a:r>
              <a:rPr lang="en-US" altLang="en-US" sz="1600">
                <a:solidFill>
                  <a:srgbClr val="0000FF"/>
                </a:solidFill>
              </a:rPr>
              <a:t>Old, Agra, Cinema, </a:t>
            </a:r>
            <a:r>
              <a:rPr lang="en-US" altLang="en-US" sz="1600">
                <a:solidFill>
                  <a:prstClr val="black"/>
                </a:solidFill>
              </a:rPr>
              <a:t>Block, Jeevan}</a:t>
            </a:r>
          </a:p>
          <a:p>
            <a:pPr defTabSz="829909"/>
            <a:r>
              <a:rPr lang="en-US" altLang="en-US" sz="1600">
                <a:solidFill>
                  <a:prstClr val="black"/>
                </a:solidFill>
              </a:rPr>
              <a:t>	 x</a:t>
            </a:r>
            <a:r>
              <a:rPr lang="en-US" altLang="en-US" sz="1600" baseline="-25000">
                <a:solidFill>
                  <a:prstClr val="black"/>
                </a:solidFill>
              </a:rPr>
              <a:t>2 </a:t>
            </a:r>
            <a:r>
              <a:rPr lang="en-US" altLang="en-US" sz="1600">
                <a:solidFill>
                  <a:prstClr val="black"/>
                </a:solidFill>
              </a:rPr>
              <a:t>: {</a:t>
            </a:r>
            <a:r>
              <a:rPr lang="en-US" altLang="en-US" sz="1600">
                <a:solidFill>
                  <a:srgbClr val="0000FF"/>
                </a:solidFill>
              </a:rPr>
              <a:t>House, Delhi</a:t>
            </a:r>
            <a:r>
              <a:rPr lang="en-US" altLang="en-US" sz="1600">
                <a:solidFill>
                  <a:prstClr val="black"/>
                </a:solidFill>
              </a:rPr>
              <a:t>, Jeevan, Vihar}</a:t>
            </a:r>
          </a:p>
          <a:p>
            <a:pPr defTabSz="829909"/>
            <a:endParaRPr lang="en-US" altLang="en-US" sz="1600">
              <a:solidFill>
                <a:prstClr val="black"/>
              </a:solidFill>
            </a:endParaRPr>
          </a:p>
          <a:p>
            <a:pPr defTabSz="829909"/>
            <a:r>
              <a:rPr lang="en-US" altLang="en-US" sz="1600">
                <a:solidFill>
                  <a:prstClr val="black"/>
                </a:solidFill>
              </a:rPr>
              <a:t>Y	 x</a:t>
            </a:r>
            <a:r>
              <a:rPr lang="en-US" altLang="en-US" sz="1600" baseline="-25000">
                <a:solidFill>
                  <a:prstClr val="black"/>
                </a:solidFill>
              </a:rPr>
              <a:t>3 </a:t>
            </a:r>
            <a:r>
              <a:rPr lang="en-US" altLang="en-US" sz="1600">
                <a:solidFill>
                  <a:prstClr val="black"/>
                </a:solidFill>
              </a:rPr>
              <a:t>: {</a:t>
            </a:r>
            <a:r>
              <a:rPr lang="en-US" altLang="en-US" sz="1600">
                <a:solidFill>
                  <a:srgbClr val="0000FF"/>
                </a:solidFill>
              </a:rPr>
              <a:t>Cinema, Agra</a:t>
            </a:r>
            <a:r>
              <a:rPr lang="en-US" altLang="en-US" sz="1600">
                <a:solidFill>
                  <a:prstClr val="black"/>
                </a:solidFill>
              </a:rPr>
              <a:t>, Block, Jeevan}</a:t>
            </a:r>
          </a:p>
          <a:p>
            <a:pPr defTabSz="829909"/>
            <a:r>
              <a:rPr lang="en-US" altLang="en-US" sz="1600">
                <a:solidFill>
                  <a:prstClr val="black"/>
                </a:solidFill>
              </a:rPr>
              <a:t>	 x</a:t>
            </a:r>
            <a:r>
              <a:rPr lang="en-US" altLang="en-US" sz="1600" baseline="-25000">
                <a:solidFill>
                  <a:prstClr val="black"/>
                </a:solidFill>
              </a:rPr>
              <a:t>4 </a:t>
            </a:r>
            <a:r>
              <a:rPr lang="en-US" altLang="en-US" sz="1600">
                <a:solidFill>
                  <a:prstClr val="black"/>
                </a:solidFill>
              </a:rPr>
              <a:t>: {</a:t>
            </a:r>
            <a:r>
              <a:rPr lang="en-US" altLang="en-US" sz="1600">
                <a:solidFill>
                  <a:srgbClr val="0000FF"/>
                </a:solidFill>
              </a:rPr>
              <a:t>Building, New, Ravi</a:t>
            </a:r>
            <a:r>
              <a:rPr lang="en-US" altLang="en-US" sz="1600">
                <a:solidFill>
                  <a:prstClr val="black"/>
                </a:solidFill>
              </a:rPr>
              <a:t>, Delhi, Vihar}</a:t>
            </a:r>
          </a:p>
          <a:p>
            <a:pPr defTabSz="829909"/>
            <a:r>
              <a:rPr lang="en-US" altLang="en-US" sz="1600">
                <a:solidFill>
                  <a:prstClr val="black"/>
                </a:solidFill>
              </a:rPr>
              <a:t>	 x</a:t>
            </a:r>
            <a:r>
              <a:rPr lang="en-US" altLang="en-US" sz="1600" baseline="-25000">
                <a:solidFill>
                  <a:prstClr val="black"/>
                </a:solidFill>
              </a:rPr>
              <a:t>5 </a:t>
            </a:r>
            <a:r>
              <a:rPr lang="en-US" altLang="en-US" sz="1600">
                <a:solidFill>
                  <a:prstClr val="black"/>
                </a:solidFill>
              </a:rPr>
              <a:t>: {</a:t>
            </a:r>
            <a:r>
              <a:rPr lang="en-US" altLang="en-US" sz="1600">
                <a:solidFill>
                  <a:srgbClr val="0000FF"/>
                </a:solidFill>
              </a:rPr>
              <a:t>New, Block, Delhi</a:t>
            </a:r>
            <a:r>
              <a:rPr lang="en-US" altLang="en-US" sz="1600">
                <a:solidFill>
                  <a:prstClr val="black"/>
                </a:solidFill>
              </a:rPr>
              <a:t>, Jeevan, Vihar,</a:t>
            </a:r>
            <a:r>
              <a:rPr lang="en-US" altLang="en-US" sz="1800">
                <a:solidFill>
                  <a:prstClr val="black"/>
                </a:solidFill>
              </a:rPr>
              <a:t>}</a:t>
            </a:r>
          </a:p>
          <a:p>
            <a:pPr defTabSz="829909"/>
            <a:r>
              <a:rPr lang="en-US" altLang="en-US" sz="1800">
                <a:solidFill>
                  <a:prstClr val="black"/>
                </a:solidFill>
              </a:rPr>
              <a:t>	</a:t>
            </a:r>
            <a:r>
              <a:rPr lang="en-US" altLang="en-US" sz="1600">
                <a:solidFill>
                  <a:prstClr val="black"/>
                </a:solidFill>
              </a:rPr>
              <a:t> x</a:t>
            </a:r>
            <a:r>
              <a:rPr lang="en-US" altLang="en-US" sz="1600" baseline="-25000">
                <a:solidFill>
                  <a:prstClr val="black"/>
                </a:solidFill>
              </a:rPr>
              <a:t>6 </a:t>
            </a:r>
            <a:r>
              <a:rPr lang="en-US" altLang="en-US" sz="1600">
                <a:solidFill>
                  <a:prstClr val="black"/>
                </a:solidFill>
              </a:rPr>
              <a:t>: {</a:t>
            </a:r>
            <a:r>
              <a:rPr lang="en-US" altLang="en-US" sz="1600">
                <a:solidFill>
                  <a:srgbClr val="0000FF"/>
                </a:solidFill>
              </a:rPr>
              <a:t>Mandir, Ravi,</a:t>
            </a:r>
            <a:r>
              <a:rPr lang="en-US" altLang="en-US" sz="1600">
                <a:solidFill>
                  <a:prstClr val="black"/>
                </a:solidFill>
              </a:rPr>
              <a:t> Delhi, Vihar}</a:t>
            </a:r>
            <a:r>
              <a:rPr lang="en-US" altLang="en-US" sz="2401">
                <a:solidFill>
                  <a:prstClr val="black"/>
                </a:solidFill>
              </a:rPr>
              <a:t>	</a:t>
            </a:r>
            <a:endParaRPr lang="en-IN" altLang="en-US" sz="2401">
              <a:solidFill>
                <a:prstClr val="black"/>
              </a:solidFill>
            </a:endParaRPr>
          </a:p>
        </p:txBody>
      </p:sp>
      <p:sp>
        <p:nvSpPr>
          <p:cNvPr id="5" name="object 30"/>
          <p:cNvSpPr txBox="1"/>
          <p:nvPr/>
        </p:nvSpPr>
        <p:spPr>
          <a:xfrm>
            <a:off x="1804989" y="3487739"/>
            <a:ext cx="4719637" cy="371897"/>
          </a:xfrm>
          <a:prstGeom prst="rect">
            <a:avLst/>
          </a:prstGeom>
          <a:solidFill>
            <a:srgbClr val="9FB8CD"/>
          </a:solidFill>
          <a:ln w="10071">
            <a:solidFill>
              <a:srgbClr val="000000"/>
            </a:solidFill>
          </a:ln>
        </p:spPr>
        <p:txBody>
          <a:bodyPr lIns="0" tIns="50800" rIns="0" bIns="0">
            <a:spAutoFit/>
          </a:bodyPr>
          <a:lstStyle/>
          <a:p>
            <a:pPr marL="96528" defTabSz="829909">
              <a:lnSpc>
                <a:spcPts val="2510"/>
              </a:lnSpc>
              <a:spcBef>
                <a:spcPts val="400"/>
              </a:spcBef>
              <a:defRPr/>
            </a:pPr>
            <a:r>
              <a:rPr sz="2100" i="1" dirty="0">
                <a:solidFill>
                  <a:prstClr val="black"/>
                </a:solidFill>
                <a:latin typeface="Arial"/>
                <a:cs typeface="Arial"/>
              </a:rPr>
              <a:t>O(x,y)</a:t>
            </a:r>
            <a:r>
              <a:rPr sz="2100" i="1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pc="484" dirty="0">
                <a:solidFill>
                  <a:srgbClr val="464653"/>
                </a:solidFill>
                <a:latin typeface="Lucida Sans Unicode"/>
                <a:cs typeface="Lucida Sans Unicode"/>
              </a:rPr>
              <a:t>≥3  </a:t>
            </a:r>
            <a:r>
              <a:rPr sz="2100" dirty="0">
                <a:solidFill>
                  <a:prstClr val="black"/>
                </a:solidFill>
                <a:latin typeface="Arial"/>
                <a:cs typeface="Arial"/>
              </a:rPr>
              <a:t>Prefix(x)=|x|-(</a:t>
            </a:r>
            <a:r>
              <a:rPr lang="en-US" sz="210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100" dirty="0">
                <a:solidFill>
                  <a:prstClr val="black"/>
                </a:solidFill>
                <a:latin typeface="Arial"/>
                <a:cs typeface="Arial"/>
              </a:rPr>
              <a:t>-1)=|x|-</a:t>
            </a:r>
            <a:r>
              <a:rPr lang="en-US" sz="21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1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65963" y="3562350"/>
          <a:ext cx="2925762" cy="2597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881">
                  <a:extLst>
                    <a:ext uri="{9D8B030D-6E8A-4147-A177-3AD203B41FA5}">
                      <a16:colId xmlns:a16="http://schemas.microsoft.com/office/drawing/2014/main" val="508953795"/>
                    </a:ext>
                  </a:extLst>
                </a:gridCol>
                <a:gridCol w="1462881">
                  <a:extLst>
                    <a:ext uri="{9D8B030D-6E8A-4147-A177-3AD203B41FA5}">
                      <a16:colId xmlns:a16="http://schemas.microsoft.com/office/drawing/2014/main" val="1427633004"/>
                    </a:ext>
                  </a:extLst>
                </a:gridCol>
              </a:tblGrid>
              <a:tr h="37102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Token</a:t>
                      </a:r>
                      <a:endParaRPr lang="en-IN" sz="1800" dirty="0"/>
                    </a:p>
                  </a:txBody>
                  <a:tcPr marL="91430" marR="91430" marT="45742" marB="4574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DID</a:t>
                      </a:r>
                      <a:endParaRPr lang="en-IN" sz="1800" dirty="0"/>
                    </a:p>
                  </a:txBody>
                  <a:tcPr marL="91430" marR="91430" marT="45742" marB="45742"/>
                </a:tc>
                <a:extLst>
                  <a:ext uri="{0D108BD9-81ED-4DB2-BD59-A6C34878D82A}">
                    <a16:rowId xmlns:a16="http://schemas.microsoft.com/office/drawing/2014/main" val="3656580655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Agra</a:t>
                      </a:r>
                      <a:endParaRPr lang="en-IN" sz="1600" dirty="0"/>
                    </a:p>
                  </a:txBody>
                  <a:tcPr marL="91430" marR="91430" marT="45742" marB="45742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IN" sz="1600" dirty="0"/>
                    </a:p>
                  </a:txBody>
                  <a:tcPr marL="91430" marR="91430" marT="45742" marB="45742"/>
                </a:tc>
                <a:extLst>
                  <a:ext uri="{0D108BD9-81ED-4DB2-BD59-A6C34878D82A}">
                    <a16:rowId xmlns:a16="http://schemas.microsoft.com/office/drawing/2014/main" val="3126522152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Cinema</a:t>
                      </a:r>
                      <a:endParaRPr lang="en-IN" sz="1600" dirty="0"/>
                    </a:p>
                  </a:txBody>
                  <a:tcPr marL="91430" marR="91430" marT="45742" marB="45742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IN" sz="1600" dirty="0"/>
                    </a:p>
                  </a:txBody>
                  <a:tcPr marL="91430" marR="91430" marT="45742" marB="45742"/>
                </a:tc>
                <a:extLst>
                  <a:ext uri="{0D108BD9-81ED-4DB2-BD59-A6C34878D82A}">
                    <a16:rowId xmlns:a16="http://schemas.microsoft.com/office/drawing/2014/main" val="293003331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Delhi</a:t>
                      </a:r>
                      <a:endParaRPr lang="en-IN" sz="1600" dirty="0"/>
                    </a:p>
                  </a:txBody>
                  <a:tcPr marL="91430" marR="91430" marT="45742" marB="45742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IN" sz="1600" dirty="0"/>
                    </a:p>
                  </a:txBody>
                  <a:tcPr marL="91430" marR="91430" marT="45742" marB="45742"/>
                </a:tc>
                <a:extLst>
                  <a:ext uri="{0D108BD9-81ED-4DB2-BD59-A6C34878D82A}">
                    <a16:rowId xmlns:a16="http://schemas.microsoft.com/office/drawing/2014/main" val="3346313238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Mandir</a:t>
                      </a:r>
                      <a:endParaRPr lang="en-IN" sz="1600" dirty="0"/>
                    </a:p>
                  </a:txBody>
                  <a:tcPr marL="91430" marR="91430" marT="45742" marB="45742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IN" sz="1600" dirty="0"/>
                    </a:p>
                  </a:txBody>
                  <a:tcPr marL="91430" marR="91430" marT="45742" marB="45742"/>
                </a:tc>
                <a:extLst>
                  <a:ext uri="{0D108BD9-81ED-4DB2-BD59-A6C34878D82A}">
                    <a16:rowId xmlns:a16="http://schemas.microsoft.com/office/drawing/2014/main" val="839643962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New</a:t>
                      </a:r>
                      <a:endParaRPr lang="en-IN" sz="1600" dirty="0"/>
                    </a:p>
                  </a:txBody>
                  <a:tcPr marL="91430" marR="91430" marT="45742" marB="45742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4, 5</a:t>
                      </a:r>
                      <a:endParaRPr lang="en-IN" sz="1600" dirty="0"/>
                    </a:p>
                  </a:txBody>
                  <a:tcPr marL="91430" marR="91430" marT="45742" marB="45742"/>
                </a:tc>
                <a:extLst>
                  <a:ext uri="{0D108BD9-81ED-4DB2-BD59-A6C34878D82A}">
                    <a16:rowId xmlns:a16="http://schemas.microsoft.com/office/drawing/2014/main" val="2252197113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Ravi</a:t>
                      </a:r>
                      <a:endParaRPr lang="en-IN" sz="1600" dirty="0"/>
                    </a:p>
                  </a:txBody>
                  <a:tcPr marL="91430" marR="91430" marT="45742" marB="45742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4, 6</a:t>
                      </a:r>
                      <a:endParaRPr lang="en-IN" sz="1600" dirty="0"/>
                    </a:p>
                  </a:txBody>
                  <a:tcPr marL="91430" marR="91430" marT="45742" marB="45742"/>
                </a:tc>
                <a:extLst>
                  <a:ext uri="{0D108BD9-81ED-4DB2-BD59-A6C34878D82A}">
                    <a16:rowId xmlns:a16="http://schemas.microsoft.com/office/drawing/2014/main" val="277873542"/>
                  </a:ext>
                </a:extLst>
              </a:tr>
            </a:tbl>
          </a:graphicData>
        </a:graphic>
      </p:graphicFrame>
      <p:sp>
        <p:nvSpPr>
          <p:cNvPr id="7" name="object 3"/>
          <p:cNvSpPr txBox="1"/>
          <p:nvPr/>
        </p:nvSpPr>
        <p:spPr>
          <a:xfrm>
            <a:off x="1608139" y="1073151"/>
            <a:ext cx="8770937" cy="2125967"/>
          </a:xfrm>
          <a:prstGeom prst="rect">
            <a:avLst/>
          </a:prstGeom>
        </p:spPr>
        <p:txBody>
          <a:bodyPr lIns="0" tIns="106680" rIns="0" bIns="0">
            <a:spAutoFit/>
          </a:bodyPr>
          <a:lstStyle>
            <a:lvl1pPr marL="11113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38200" indent="-3429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0086" defTabSz="829909">
              <a:spcBef>
                <a:spcPts val="600"/>
              </a:spcBef>
              <a:buClr>
                <a:srgbClr val="800000"/>
              </a:buClr>
              <a:tabLst>
                <a:tab pos="340032" algn="l"/>
              </a:tabLst>
            </a:pPr>
            <a:r>
              <a:rPr lang="en-US" altLang="en-US" sz="2000" b="1">
                <a:solidFill>
                  <a:srgbClr val="4646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endParaRPr lang="en-US" altLang="en-US" sz="2000" b="1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60750" lvl="1" indent="-311216" defTabSz="829909">
              <a:lnSpc>
                <a:spcPct val="103000"/>
              </a:lnSpc>
              <a:spcBef>
                <a:spcPts val="50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340032" algn="l"/>
              </a:tabLst>
            </a:pPr>
            <a:r>
              <a:rPr lang="en-US" altLang="en-US" sz="1800">
                <a:solidFill>
                  <a:srgbClr val="4646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reorder terms in each x </a:t>
            </a:r>
            <a:r>
              <a:rPr lang="el-GR" altLang="en-US" sz="1800">
                <a:solidFill>
                  <a:srgbClr val="46465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ε</a:t>
            </a:r>
            <a:r>
              <a:rPr lang="en-US" altLang="en-US" sz="1800">
                <a:solidFill>
                  <a:srgbClr val="46465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1800">
                <a:solidFill>
                  <a:srgbClr val="4646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 and y </a:t>
            </a:r>
            <a:r>
              <a:rPr lang="el-GR" altLang="en-US" sz="1800">
                <a:solidFill>
                  <a:srgbClr val="46465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ε</a:t>
            </a:r>
            <a:r>
              <a:rPr lang="en-US" altLang="en-US" sz="1800">
                <a:solidFill>
                  <a:srgbClr val="46465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1800">
                <a:solidFill>
                  <a:srgbClr val="4646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in increasing order of their  frequencies</a:t>
            </a:r>
            <a:endParaRPr lang="en-US" altLang="en-US" sz="18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60750" lvl="1" indent="-311216" defTabSz="829909">
              <a:spcBef>
                <a:spcPts val="60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340032" algn="l"/>
              </a:tabLst>
            </a:pPr>
            <a:r>
              <a:rPr lang="en-US" altLang="en-US" sz="1800">
                <a:solidFill>
                  <a:srgbClr val="4646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each y </a:t>
            </a:r>
            <a:r>
              <a:rPr lang="el-GR" altLang="en-US" sz="1800">
                <a:solidFill>
                  <a:srgbClr val="46465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ε</a:t>
            </a:r>
            <a:r>
              <a:rPr lang="en-US" altLang="en-US" sz="1800">
                <a:solidFill>
                  <a:srgbClr val="4646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, create y’, the prefix of size |y| - (k – 1) of y</a:t>
            </a:r>
            <a:endParaRPr lang="en-US" altLang="en-US" sz="18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60750" lvl="1" indent="-311216" defTabSz="829909">
              <a:spcBef>
                <a:spcPts val="700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340032" algn="l"/>
              </a:tabLst>
            </a:pPr>
            <a:r>
              <a:rPr lang="en-US" altLang="en-US" sz="1800">
                <a:solidFill>
                  <a:srgbClr val="4646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 an inverted index over all prefixes y’</a:t>
            </a:r>
            <a:endParaRPr lang="en-US" altLang="en-US" sz="18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60750" lvl="1" indent="-311216" defTabSz="829909">
              <a:lnSpc>
                <a:spcPct val="104000"/>
              </a:lnSpc>
              <a:spcBef>
                <a:spcPts val="475"/>
              </a:spcBef>
              <a:buClr>
                <a:srgbClr val="800000"/>
              </a:buClr>
              <a:buFont typeface="Arial" panose="020B0604020202020204" pitchFamily="34" charset="0"/>
              <a:buChar char="•"/>
              <a:tabLst>
                <a:tab pos="340032" algn="l"/>
              </a:tabLst>
            </a:pPr>
            <a:r>
              <a:rPr lang="en-US" altLang="en-US" sz="1800">
                <a:solidFill>
                  <a:srgbClr val="4646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each x </a:t>
            </a:r>
            <a:r>
              <a:rPr lang="el-GR" altLang="en-US" sz="1800">
                <a:solidFill>
                  <a:srgbClr val="46465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ε</a:t>
            </a:r>
            <a:r>
              <a:rPr lang="en-US" altLang="en-US" sz="1800">
                <a:solidFill>
                  <a:srgbClr val="46465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1800">
                <a:solidFill>
                  <a:srgbClr val="4646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X, create x’, the prefix of size |x| - (k – 1) of x, then  use above index to find all y such that x’ overlaps with y’</a:t>
            </a:r>
            <a:endParaRPr lang="en-US" altLang="en-US" sz="18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18"/>
          <p:cNvSpPr txBox="1"/>
          <p:nvPr/>
        </p:nvSpPr>
        <p:spPr>
          <a:xfrm>
            <a:off x="7018339" y="3197225"/>
            <a:ext cx="3360737" cy="289823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1" defTabSz="829909">
              <a:spcBef>
                <a:spcPts val="100"/>
              </a:spcBef>
              <a:defRPr/>
            </a:pPr>
            <a:r>
              <a:rPr b="1" dirty="0">
                <a:solidFill>
                  <a:prstClr val="black"/>
                </a:solidFill>
                <a:latin typeface="Arial"/>
                <a:cs typeface="Arial"/>
              </a:rPr>
              <a:t>Prefix</a:t>
            </a:r>
            <a:r>
              <a:rPr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prstClr val="black"/>
                </a:solidFill>
                <a:latin typeface="Arial"/>
                <a:cs typeface="Arial"/>
              </a:rPr>
              <a:t>Inverted</a:t>
            </a: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prstClr val="black"/>
                </a:solidFill>
                <a:latin typeface="Arial"/>
                <a:cs typeface="Arial"/>
              </a:rPr>
              <a:t>Index</a:t>
            </a: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prstClr val="black"/>
                </a:solidFill>
                <a:latin typeface="Arial"/>
                <a:cs typeface="Arial"/>
              </a:rPr>
              <a:t>for</a:t>
            </a:r>
            <a:r>
              <a:rPr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08139" y="6362700"/>
            <a:ext cx="8383587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7468" defTabSz="829909">
              <a:spcBef>
                <a:spcPts val="720"/>
              </a:spcBef>
              <a:buClr>
                <a:srgbClr val="800000"/>
              </a:buClr>
              <a:tabLst>
                <a:tab pos="400084" algn="l"/>
                <a:tab pos="400719" algn="l"/>
              </a:tabLst>
              <a:defRPr/>
            </a:pPr>
            <a:r>
              <a:rPr lang="en-IN" sz="2000" spc="10" dirty="0">
                <a:solidFill>
                  <a:srgbClr val="464653"/>
                </a:solidFill>
                <a:latin typeface="Calibri"/>
                <a:cs typeface="Calibri"/>
              </a:rPr>
              <a:t>Candidate Set C for x</a:t>
            </a:r>
            <a:r>
              <a:rPr lang="en-IN" sz="2000" spc="10" baseline="-25000" dirty="0">
                <a:solidFill>
                  <a:srgbClr val="464653"/>
                </a:solidFill>
                <a:latin typeface="Calibri"/>
                <a:cs typeface="Calibri"/>
              </a:rPr>
              <a:t>1</a:t>
            </a:r>
            <a:r>
              <a:rPr lang="en-IN" sz="2000" spc="10" dirty="0">
                <a:solidFill>
                  <a:srgbClr val="464653"/>
                </a:solidFill>
                <a:latin typeface="Calibri"/>
                <a:cs typeface="Calibri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{</a:t>
            </a:r>
            <a:r>
              <a:rPr lang="en-US" sz="2000" dirty="0">
                <a:solidFill>
                  <a:srgbClr val="0000FF"/>
                </a:solidFill>
                <a:latin typeface="Calibri"/>
              </a:rPr>
              <a:t>Old, Agra, Cinema,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Block, </a:t>
            </a:r>
            <a:r>
              <a:rPr lang="en-US" sz="2000" dirty="0" err="1">
                <a:solidFill>
                  <a:prstClr val="black"/>
                </a:solidFill>
                <a:latin typeface="Calibri"/>
              </a:rPr>
              <a:t>Jeevan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} is {x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}.</a:t>
            </a:r>
          </a:p>
        </p:txBody>
      </p:sp>
    </p:spTree>
    <p:extLst>
      <p:ext uri="{BB962C8B-B14F-4D97-AF65-F5344CB8AC3E}">
        <p14:creationId xmlns:p14="http://schemas.microsoft.com/office/powerpoint/2010/main" val="61272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210339" y="5788383"/>
            <a:ext cx="2544952" cy="153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013" indent="-285774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97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335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574" indent="-228619"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813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2051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289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528" indent="-228619" eaLnBrk="0" fontAlgn="base" hangingPunct="0">
              <a:spcBef>
                <a:spcPct val="0"/>
              </a:spcBef>
              <a:spcAft>
                <a:spcPct val="0"/>
              </a:spcAft>
              <a:defRPr sz="240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29909"/>
            <a:fld id="{D143E636-EB69-4A34-AD4F-5B3C009047C0}" type="slidenum">
              <a:rPr lang="en-US" altLang="en-US" sz="1000">
                <a:solidFill>
                  <a:srgbClr val="969696"/>
                </a:solidFill>
                <a:latin typeface="Arial" panose="020B0604020202020204" pitchFamily="34" charset="0"/>
              </a:rPr>
              <a:pPr defTabSz="829909"/>
              <a:t>7</a:t>
            </a:fld>
            <a:endParaRPr lang="en-US" altLang="en-US" sz="1000">
              <a:solidFill>
                <a:srgbClr val="969696"/>
              </a:solidFill>
              <a:latin typeface="Arial" panose="020B0604020202020204" pitchFamily="34" charset="0"/>
            </a:endParaRPr>
          </a:p>
        </p:txBody>
      </p:sp>
      <p:sp>
        <p:nvSpPr>
          <p:cNvPr id="3" name="object 2"/>
          <p:cNvSpPr txBox="1">
            <a:spLocks/>
          </p:cNvSpPr>
          <p:nvPr/>
        </p:nvSpPr>
        <p:spPr>
          <a:xfrm>
            <a:off x="1925639" y="511176"/>
            <a:ext cx="3098800" cy="443711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 kern="1200" spc="10">
                <a:solidFill>
                  <a:schemeClr val="tx2"/>
                </a:solidFill>
                <a:latin typeface="Franklin Gothic Medium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Franklin Gothic Medium" panose="020B06030201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Franklin Gothic Medium" panose="020B06030201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Franklin Gothic Medium" panose="020B06030201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Franklin Gothic Medium" panose="020B06030201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99"/>
                </a:solidFill>
                <a:latin typeface="Gill Sans M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99"/>
                </a:solidFill>
                <a:latin typeface="Gill Sans M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99"/>
                </a:solidFill>
                <a:latin typeface="Gill Sans M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6699"/>
                </a:solidFill>
                <a:latin typeface="Gill Sans MT" pitchFamily="34" charset="0"/>
              </a:defRPr>
            </a:lvl9pPr>
          </a:lstStyle>
          <a:p>
            <a:pPr marL="12701" defTabSz="829909">
              <a:spcBef>
                <a:spcPts val="100"/>
              </a:spcBef>
              <a:defRPr/>
            </a:pPr>
            <a:r>
              <a:rPr lang="en-IN" sz="2800" b="0" spc="-25" dirty="0">
                <a:solidFill>
                  <a:srgbClr val="1F497D"/>
                </a:solidFill>
              </a:rPr>
              <a:t>Position</a:t>
            </a:r>
            <a:r>
              <a:rPr lang="en-IN" sz="2800" b="0" spc="5" dirty="0">
                <a:solidFill>
                  <a:srgbClr val="1F497D"/>
                </a:solidFill>
              </a:rPr>
              <a:t> </a:t>
            </a:r>
            <a:r>
              <a:rPr lang="en-IN" sz="2800" b="0" spc="9" dirty="0">
                <a:solidFill>
                  <a:srgbClr val="1F497D"/>
                </a:solidFill>
              </a:rPr>
              <a:t>Index</a:t>
            </a:r>
            <a:endParaRPr lang="en-IN" sz="1800" b="0" spc="9" dirty="0">
              <a:solidFill>
                <a:srgbClr val="1F497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02220" y="1647157"/>
            <a:ext cx="5691351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829909">
              <a:defRPr/>
            </a:pPr>
            <a:r>
              <a:rPr lang="en-IN" spc="10" dirty="0">
                <a:solidFill>
                  <a:srgbClr val="464653"/>
                </a:solidFill>
                <a:latin typeface="Calibri"/>
                <a:cs typeface="Calibri"/>
              </a:rPr>
              <a:t>x</a:t>
            </a:r>
            <a:r>
              <a:rPr lang="en-IN" spc="10" baseline="-25000" dirty="0">
                <a:solidFill>
                  <a:srgbClr val="464653"/>
                </a:solidFill>
                <a:latin typeface="Calibri"/>
                <a:cs typeface="Calibri"/>
              </a:rPr>
              <a:t>1</a:t>
            </a:r>
            <a:r>
              <a:rPr lang="en-IN" spc="10" dirty="0">
                <a:solidFill>
                  <a:srgbClr val="464653"/>
                </a:solidFill>
                <a:latin typeface="Calibri"/>
                <a:cs typeface="Calibri"/>
              </a:rPr>
              <a:t>=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{</a:t>
            </a:r>
            <a:r>
              <a:rPr lang="en-US" dirty="0">
                <a:solidFill>
                  <a:srgbClr val="0000FF"/>
                </a:solidFill>
                <a:latin typeface="Calibri"/>
              </a:rPr>
              <a:t>Old, Agra, Cinema, </a:t>
            </a:r>
            <a:r>
              <a:rPr lang="en-US" strike="dblStrike" dirty="0">
                <a:solidFill>
                  <a:prstClr val="black"/>
                </a:solidFill>
                <a:latin typeface="Calibri"/>
              </a:rPr>
              <a:t>Block, </a:t>
            </a:r>
            <a:r>
              <a:rPr lang="en-US" strike="dblStrike" dirty="0" err="1">
                <a:solidFill>
                  <a:prstClr val="black"/>
                </a:solidFill>
                <a:latin typeface="Calibri"/>
              </a:rPr>
              <a:t>Jeevan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}</a:t>
            </a:r>
          </a:p>
          <a:p>
            <a:pPr defTabSz="829909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baseline="-25000" dirty="0">
                <a:solidFill>
                  <a:prstClr val="black"/>
                </a:solidFill>
                <a:latin typeface="Calibri"/>
              </a:rPr>
              <a:t>3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: {</a:t>
            </a:r>
            <a:r>
              <a:rPr lang="en-US" dirty="0">
                <a:solidFill>
                  <a:srgbClr val="0000FF"/>
                </a:solidFill>
                <a:latin typeface="Calibri"/>
              </a:rPr>
              <a:t>Cinema, Agra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</a:t>
            </a:r>
            <a:r>
              <a:rPr lang="en-US" strike="dblStrike" dirty="0">
                <a:solidFill>
                  <a:prstClr val="black"/>
                </a:solidFill>
                <a:latin typeface="Calibri"/>
              </a:rPr>
              <a:t> Block, </a:t>
            </a:r>
            <a:r>
              <a:rPr lang="en-US" strike="dblStrike" dirty="0" err="1">
                <a:solidFill>
                  <a:prstClr val="black"/>
                </a:solidFill>
                <a:latin typeface="Calibri"/>
              </a:rPr>
              <a:t>Jeevan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}</a:t>
            </a:r>
          </a:p>
          <a:p>
            <a:pPr defTabSz="829909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 </a:t>
            </a:r>
            <a:endParaRPr lang="en-IN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30"/>
          <p:cNvSpPr txBox="1"/>
          <p:nvPr/>
        </p:nvSpPr>
        <p:spPr>
          <a:xfrm>
            <a:off x="1793876" y="2662239"/>
            <a:ext cx="1663700" cy="371897"/>
          </a:xfrm>
          <a:prstGeom prst="rect">
            <a:avLst/>
          </a:prstGeom>
          <a:solidFill>
            <a:srgbClr val="9FB8CD"/>
          </a:solidFill>
          <a:ln w="10071">
            <a:solidFill>
              <a:srgbClr val="000000"/>
            </a:solidFill>
          </a:ln>
        </p:spPr>
        <p:txBody>
          <a:bodyPr lIns="0" tIns="50800" rIns="0" bIns="0">
            <a:spAutoFit/>
          </a:bodyPr>
          <a:lstStyle/>
          <a:p>
            <a:pPr marL="96528" defTabSz="829909">
              <a:lnSpc>
                <a:spcPts val="2510"/>
              </a:lnSpc>
              <a:spcBef>
                <a:spcPts val="400"/>
              </a:spcBef>
              <a:defRPr/>
            </a:pPr>
            <a:r>
              <a:rPr sz="2100" i="1" dirty="0">
                <a:solidFill>
                  <a:prstClr val="black"/>
                </a:solidFill>
                <a:latin typeface="Arial"/>
                <a:cs typeface="Arial"/>
              </a:rPr>
              <a:t>O(x,y)</a:t>
            </a:r>
            <a:r>
              <a:rPr sz="2100" i="1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pc="484" dirty="0">
                <a:solidFill>
                  <a:srgbClr val="464653"/>
                </a:solidFill>
                <a:latin typeface="Lucida Sans Unicode"/>
                <a:cs typeface="Lucida Sans Unicode"/>
              </a:rPr>
              <a:t>&gt;4</a:t>
            </a:r>
            <a:endParaRPr sz="21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55764" y="3236913"/>
            <a:ext cx="8255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0389" defTabSz="829909">
              <a:defRPr/>
            </a:pP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Estimation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5" dirty="0">
                <a:solidFill>
                  <a:srgbClr val="464653"/>
                </a:solidFill>
                <a:latin typeface="Calibri"/>
                <a:cs typeface="Calibri"/>
              </a:rPr>
              <a:t>of</a:t>
            </a:r>
            <a:r>
              <a:rPr lang="en-US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max</a:t>
            </a:r>
            <a:r>
              <a:rPr lang="en-US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5" dirty="0">
                <a:solidFill>
                  <a:srgbClr val="464653"/>
                </a:solidFill>
                <a:latin typeface="Calibri"/>
                <a:cs typeface="Calibri"/>
              </a:rPr>
              <a:t>overlap</a:t>
            </a:r>
            <a:r>
              <a:rPr lang="en-US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=</a:t>
            </a:r>
            <a:r>
              <a:rPr lang="en-US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5" dirty="0">
                <a:solidFill>
                  <a:srgbClr val="464653"/>
                </a:solidFill>
                <a:latin typeface="Calibri"/>
                <a:cs typeface="Calibri"/>
              </a:rPr>
              <a:t>overlap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in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-5" dirty="0">
                <a:solidFill>
                  <a:srgbClr val="464653"/>
                </a:solidFill>
                <a:latin typeface="Calibri"/>
                <a:cs typeface="Calibri"/>
              </a:rPr>
              <a:t>prefixes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+</a:t>
            </a:r>
            <a:r>
              <a:rPr lang="en-US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5" dirty="0">
                <a:solidFill>
                  <a:srgbClr val="464653"/>
                </a:solidFill>
                <a:latin typeface="Calibri"/>
                <a:cs typeface="Calibri"/>
              </a:rPr>
              <a:t>min of </a:t>
            </a:r>
            <a:r>
              <a:rPr lang="en-US" spc="1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un</a:t>
            </a:r>
            <a:r>
              <a:rPr lang="en-US" spc="10" dirty="0">
                <a:solidFill>
                  <a:srgbClr val="464653"/>
                </a:solidFill>
                <a:latin typeface="Calibri"/>
                <a:cs typeface="Calibri"/>
              </a:rPr>
              <a:t>s</a:t>
            </a:r>
            <a:r>
              <a:rPr lang="en-US" spc="25" dirty="0">
                <a:solidFill>
                  <a:srgbClr val="464653"/>
                </a:solidFill>
                <a:latin typeface="Calibri"/>
                <a:cs typeface="Calibri"/>
              </a:rPr>
              <a:t>ee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n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-20" dirty="0">
                <a:solidFill>
                  <a:srgbClr val="464653"/>
                </a:solidFill>
                <a:latin typeface="Calibri"/>
                <a:cs typeface="Calibri"/>
              </a:rPr>
              <a:t>t</a:t>
            </a:r>
            <a:r>
              <a:rPr lang="en-US" spc="15" dirty="0">
                <a:solidFill>
                  <a:srgbClr val="464653"/>
                </a:solidFill>
                <a:latin typeface="Calibri"/>
                <a:cs typeface="Calibri"/>
              </a:rPr>
              <a:t>o</a:t>
            </a:r>
            <a:r>
              <a:rPr lang="en-US" spc="-70" dirty="0">
                <a:solidFill>
                  <a:srgbClr val="464653"/>
                </a:solidFill>
                <a:latin typeface="Calibri"/>
                <a:cs typeface="Calibri"/>
              </a:rPr>
              <a:t>k</a:t>
            </a:r>
            <a:r>
              <a:rPr lang="en-US" spc="25" dirty="0">
                <a:solidFill>
                  <a:srgbClr val="464653"/>
                </a:solidFill>
                <a:latin typeface="Calibri"/>
                <a:cs typeface="Calibri"/>
              </a:rPr>
              <a:t>e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n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s</a:t>
            </a:r>
            <a:r>
              <a:rPr lang="en-US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=</a:t>
            </a:r>
            <a:r>
              <a:rPr lang="en-US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2</a:t>
            </a:r>
            <a:r>
              <a:rPr lang="en-US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+</a:t>
            </a:r>
            <a:r>
              <a:rPr lang="en-US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m</a:t>
            </a:r>
            <a:r>
              <a:rPr lang="en-US" spc="5" dirty="0">
                <a:solidFill>
                  <a:srgbClr val="464653"/>
                </a:solidFill>
                <a:latin typeface="Calibri"/>
                <a:cs typeface="Calibri"/>
              </a:rPr>
              <a:t>i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n</a:t>
            </a:r>
            <a:r>
              <a:rPr lang="en-US" spc="5" dirty="0">
                <a:solidFill>
                  <a:srgbClr val="464653"/>
                </a:solidFill>
                <a:latin typeface="Calibri"/>
                <a:cs typeface="Calibri"/>
              </a:rPr>
              <a:t>(</a:t>
            </a:r>
            <a:r>
              <a:rPr lang="en-US" spc="10" dirty="0">
                <a:solidFill>
                  <a:srgbClr val="464653"/>
                </a:solidFill>
                <a:latin typeface="Calibri"/>
                <a:cs typeface="Calibri"/>
              </a:rPr>
              <a:t>2, 2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)</a:t>
            </a:r>
            <a:r>
              <a:rPr lang="en-US" spc="1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=</a:t>
            </a:r>
            <a:r>
              <a:rPr lang="en-US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4</a:t>
            </a:r>
            <a:r>
              <a:rPr lang="en-US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&gt;</a:t>
            </a:r>
            <a:r>
              <a:rPr lang="en-US" spc="2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k</a:t>
            </a:r>
            <a:r>
              <a:rPr lang="en-US" spc="10" dirty="0">
                <a:solidFill>
                  <a:srgbClr val="464653"/>
                </a:solidFill>
                <a:latin typeface="Calibri"/>
                <a:cs typeface="Calibri"/>
              </a:rPr>
              <a:t> (false)</a:t>
            </a:r>
          </a:p>
          <a:p>
            <a:pPr marL="340389" defTabSz="829909">
              <a:defRPr/>
            </a:pPr>
            <a:r>
              <a:rPr lang="en-US" spc="10" dirty="0">
                <a:solidFill>
                  <a:srgbClr val="464653"/>
                </a:solidFill>
                <a:latin typeface="Wingdings"/>
                <a:cs typeface="Calibri"/>
              </a:rPr>
              <a:t>	</a:t>
            </a:r>
            <a:r>
              <a:rPr lang="en-US" spc="-220" dirty="0">
                <a:solidFill>
                  <a:srgbClr val="464653"/>
                </a:solidFill>
                <a:latin typeface="Wingdings"/>
                <a:cs typeface="Wingdings"/>
              </a:rPr>
              <a:t></a:t>
            </a:r>
            <a:r>
              <a:rPr lang="en-US" spc="-25" dirty="0">
                <a:solidFill>
                  <a:srgbClr val="464653"/>
                </a:solidFill>
                <a:latin typeface="Times New Roman"/>
                <a:cs typeface="Times New Roman"/>
              </a:rPr>
              <a:t> 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N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o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15" dirty="0">
                <a:solidFill>
                  <a:srgbClr val="464653"/>
                </a:solidFill>
                <a:latin typeface="Calibri"/>
                <a:cs typeface="Calibri"/>
              </a:rPr>
              <a:t>n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ee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d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-20" dirty="0">
                <a:solidFill>
                  <a:srgbClr val="464653"/>
                </a:solidFill>
                <a:latin typeface="Calibri"/>
                <a:cs typeface="Calibri"/>
              </a:rPr>
              <a:t>t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o</a:t>
            </a:r>
            <a:r>
              <a:rPr lang="en-US" spc="15" dirty="0">
                <a:solidFill>
                  <a:srgbClr val="464653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464653"/>
                </a:solidFill>
                <a:latin typeface="Calibri"/>
                <a:cs typeface="Calibri"/>
              </a:rPr>
              <a:t>c</a:t>
            </a:r>
            <a:r>
              <a:rPr lang="en-US" spc="10" dirty="0">
                <a:solidFill>
                  <a:srgbClr val="464653"/>
                </a:solidFill>
                <a:latin typeface="Calibri"/>
                <a:cs typeface="Calibri"/>
              </a:rPr>
              <a:t>o</a:t>
            </a:r>
            <a:r>
              <a:rPr lang="en-US" spc="20" dirty="0">
                <a:solidFill>
                  <a:srgbClr val="464653"/>
                </a:solidFill>
                <a:latin typeface="Calibri"/>
                <a:cs typeface="Calibri"/>
              </a:rPr>
              <a:t>mp</a:t>
            </a:r>
            <a:r>
              <a:rPr lang="en-US" spc="15" dirty="0">
                <a:solidFill>
                  <a:srgbClr val="464653"/>
                </a:solidFill>
                <a:latin typeface="Calibri"/>
                <a:cs typeface="Calibri"/>
              </a:rPr>
              <a:t>u</a:t>
            </a:r>
            <a:r>
              <a:rPr lang="en-US" spc="-20" dirty="0">
                <a:solidFill>
                  <a:srgbClr val="464653"/>
                </a:solidFill>
                <a:latin typeface="Calibri"/>
                <a:cs typeface="Calibri"/>
              </a:rPr>
              <a:t>t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e </a:t>
            </a:r>
            <a:r>
              <a:rPr lang="en-US" spc="5" dirty="0">
                <a:solidFill>
                  <a:srgbClr val="464653"/>
                </a:solidFill>
                <a:latin typeface="Calibri"/>
                <a:cs typeface="Calibri"/>
              </a:rPr>
              <a:t>sim(</a:t>
            </a:r>
            <a:r>
              <a:rPr lang="en-IN" spc="10" dirty="0">
                <a:solidFill>
                  <a:srgbClr val="464653"/>
                </a:solidFill>
                <a:latin typeface="Calibri"/>
                <a:cs typeface="Calibri"/>
              </a:rPr>
              <a:t>x</a:t>
            </a:r>
            <a:r>
              <a:rPr lang="en-IN" spc="10" baseline="-25000" dirty="0">
                <a:solidFill>
                  <a:srgbClr val="464653"/>
                </a:solidFill>
                <a:latin typeface="Calibri"/>
                <a:cs typeface="Calibri"/>
              </a:rPr>
              <a:t>1</a:t>
            </a:r>
            <a:r>
              <a:rPr lang="en-US" spc="5" dirty="0">
                <a:solidFill>
                  <a:srgbClr val="464653"/>
                </a:solidFill>
                <a:latin typeface="Calibri"/>
                <a:cs typeface="Calibri"/>
              </a:rPr>
              <a:t>, </a:t>
            </a:r>
            <a:r>
              <a:rPr lang="en-IN" spc="10" dirty="0">
                <a:solidFill>
                  <a:srgbClr val="464653"/>
                </a:solidFill>
                <a:latin typeface="Calibri"/>
                <a:cs typeface="Calibri"/>
              </a:rPr>
              <a:t>x</a:t>
            </a:r>
            <a:r>
              <a:rPr lang="en-IN" spc="10" baseline="-25000" dirty="0">
                <a:solidFill>
                  <a:srgbClr val="464653"/>
                </a:solidFill>
                <a:latin typeface="Calibri"/>
                <a:cs typeface="Calibri"/>
              </a:rPr>
              <a:t>3</a:t>
            </a:r>
            <a:r>
              <a:rPr lang="en-US" spc="5" dirty="0">
                <a:solidFill>
                  <a:srgbClr val="464653"/>
                </a:solidFill>
                <a:latin typeface="Calibri"/>
                <a:cs typeface="Calibri"/>
              </a:rPr>
              <a:t>) </a:t>
            </a:r>
            <a:r>
              <a:rPr lang="en-US" dirty="0">
                <a:solidFill>
                  <a:srgbClr val="464653"/>
                </a:solidFill>
                <a:latin typeface="Calibri"/>
                <a:cs typeface="Calibri"/>
              </a:rPr>
              <a:t>!</a:t>
            </a:r>
            <a:endParaRPr lang="en-US" dirty="0">
              <a:solidFill>
                <a:prstClr val="black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552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731520"/>
            <a:ext cx="100584" cy="5385816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8408" y="1508760"/>
            <a:ext cx="10515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Cleansing </a:t>
            </a:r>
            <a:r>
              <a:rPr lang="en-US" sz="3900" b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Composite</a:t>
            </a:r>
            <a:r>
              <a:rPr lang="en-US" sz="3900" dirty="0"/>
              <a:t> </a:t>
            </a:r>
            <a:r>
              <a:rPr lang="en-US" sz="3900" b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Attributes </a:t>
            </a: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Ripple Down </a:t>
            </a:r>
            <a:r>
              <a:rPr lang="en-US" sz="3900" b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</a:p>
          <a:p>
            <a:pPr marL="0" indent="0" algn="l">
              <a:buNone/>
            </a:pPr>
            <a:endParaRPr lang="en-US" sz="3900" b="1" dirty="0">
              <a:solidFill>
                <a:srgbClr val="FFFFFF"/>
              </a:solidFill>
              <a:latin typeface="Aptos" pitchFamily="34" charset="0"/>
              <a:ea typeface="Aptos" pitchFamily="34" charset="-122"/>
            </a:endParaRPr>
          </a:p>
          <a:p>
            <a:r>
              <a:rPr lang="en-US" sz="3900" b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</a:rPr>
              <a:t>(</a:t>
            </a:r>
            <a:r>
              <a:rPr lang="en-IN" sz="4000" dirty="0">
                <a:solidFill>
                  <a:schemeClr val="bg1"/>
                </a:solidFill>
              </a:rPr>
              <a:t>Composite Entity (Description) </a:t>
            </a:r>
            <a:r>
              <a:rPr lang="en-US" sz="4000" dirty="0">
                <a:solidFill>
                  <a:schemeClr val="bg1"/>
                </a:solidFill>
              </a:rPr>
              <a:t>Normalization (and Cleansing) into DB </a:t>
            </a:r>
            <a:r>
              <a:rPr lang="en-US" sz="4000" dirty="0" smtClean="0">
                <a:solidFill>
                  <a:schemeClr val="bg1"/>
                </a:solidFill>
              </a:rPr>
              <a:t>Schema)</a:t>
            </a:r>
            <a:endParaRPr lang="en-US" sz="3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A9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 FROM PREVIOUS TOPIC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matching records to cleansing attributes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6510528"/>
            <a:ext cx="11018520" cy="10973"/>
          </a:xfrm>
          <a:prstGeom prst="rect">
            <a:avLst/>
          </a:prstGeom>
          <a:solidFill>
            <a:srgbClr val="DAE2ED"/>
          </a:solidFill>
          <a:ln w="12700">
            <a:solidFill>
              <a:srgbClr val="DAE2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581912"/>
            <a:ext cx="5230368" cy="3575304"/>
          </a:xfrm>
          <a:prstGeom prst="roundRect">
            <a:avLst>
              <a:gd name="adj" fmla="val 3069"/>
            </a:avLst>
          </a:prstGeom>
          <a:solidFill>
            <a:srgbClr val="EAF2FB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746504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PREVIOUS LECTURE: FIND CANDIDATES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7824" y="2148840"/>
            <a:ext cx="48646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X: {Block, Jeevan, Cinema, Old, Agra}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Y: x3={Block, Jeevan, Cinema, Agra}</a:t>
            </a: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Use token inverted indexes, size bounds, prefix and position filtering to reduce pair comparisons</a:t>
            </a:r>
            <a:r>
              <a:rPr lang="en-US" sz="173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30" dirty="0"/>
          </a:p>
        </p:txBody>
      </p:sp>
      <p:sp>
        <p:nvSpPr>
          <p:cNvPr id="12" name="Shape 10"/>
          <p:cNvSpPr/>
          <p:nvPr/>
        </p:nvSpPr>
        <p:spPr>
          <a:xfrm>
            <a:off x="6153911" y="1581912"/>
            <a:ext cx="5849035" cy="3575304"/>
          </a:xfrm>
          <a:prstGeom prst="roundRect">
            <a:avLst>
              <a:gd name="adj" fmla="val 3069"/>
            </a:avLst>
          </a:prstGeom>
          <a:solidFill>
            <a:srgbClr val="DFF6F2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746504"/>
            <a:ext cx="47286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TODAY: RESOLVE </a:t>
            </a:r>
            <a:r>
              <a:rPr lang="en-US" b="1" dirty="0" smtClean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 A TTRIBUTE  MEANINGS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36791" y="2148840"/>
            <a:ext cx="5666155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Find candidate duplicates first; then parse each messy address into House, Block, Road, Area, City and PIN</a:t>
            </a:r>
            <a:r>
              <a:rPr lang="en-US" sz="2800" dirty="0" smtClean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 algn="l">
              <a:buNone/>
            </a:pPr>
            <a:endParaRPr lang="en-US" sz="2400" dirty="0" smtClean="0">
              <a:solidFill>
                <a:srgbClr val="20344B"/>
              </a:solidFill>
              <a:ea typeface="Aptos" pitchFamily="34" charset="-122"/>
              <a:cs typeface="Aptos" pitchFamily="34" charset="-120"/>
            </a:endParaRPr>
          </a:p>
          <a:p>
            <a:r>
              <a:rPr lang="en-US" sz="2800" dirty="0" smtClean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I-344, </a:t>
            </a:r>
            <a:r>
              <a:rPr lang="en-US" sz="2800" dirty="0" err="1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Sarojni</a:t>
            </a:r>
            <a:r>
              <a:rPr lang="en-US" sz="28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 </a:t>
            </a:r>
            <a:r>
              <a:rPr lang="en-US" sz="2800" dirty="0" err="1" smtClean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Ngr</a:t>
            </a:r>
            <a:r>
              <a:rPr lang="en-US" sz="2800" dirty="0" smtClean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, </a:t>
            </a:r>
            <a:r>
              <a:rPr lang="en-US" sz="28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N </a:t>
            </a:r>
            <a:r>
              <a:rPr lang="en-US" sz="2800" dirty="0" smtClean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Delhi, 23</a:t>
            </a:r>
            <a:endParaRPr lang="en-US" sz="2800" dirty="0"/>
          </a:p>
          <a:p>
            <a:r>
              <a:rPr lang="en-US" sz="2800" dirty="0" smtClean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344, </a:t>
            </a:r>
            <a:r>
              <a:rPr lang="en-US" sz="28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Block </a:t>
            </a:r>
            <a:r>
              <a:rPr lang="en-US" sz="2800" dirty="0" smtClean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I, </a:t>
            </a:r>
            <a:r>
              <a:rPr lang="en-US" sz="2800" dirty="0" err="1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Sarojini</a:t>
            </a:r>
            <a:r>
              <a:rPr lang="en-US" sz="28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 </a:t>
            </a:r>
            <a:r>
              <a:rPr lang="en-US" sz="2800" dirty="0" smtClean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Nagar, </a:t>
            </a:r>
            <a:r>
              <a:rPr lang="en-US" sz="28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New </a:t>
            </a:r>
            <a:r>
              <a:rPr lang="en-US" sz="2800" dirty="0" smtClean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Delhi, 110023</a:t>
            </a:r>
            <a:endParaRPr lang="en-US" sz="28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Matching does NOT determine field boundaries or canonical names.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49808" y="542239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Question: could two addresses have high token overlap yet be different houses? </a:t>
            </a:r>
            <a:endParaRPr lang="en-US" sz="2400" b="1" dirty="0" smtClean="0">
              <a:solidFill>
                <a:srgbClr val="10243B"/>
              </a:solidFill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2400" b="1" dirty="0" smtClean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YES </a:t>
            </a:r>
            <a:r>
              <a:rPr lang="en-US" sz="2400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— field semantics matter</a:t>
            </a:r>
            <a:r>
              <a:rPr lang="en-US" sz="174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4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400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concrete integration problem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21098" y="1245482"/>
            <a:ext cx="5349240" cy="186537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3978" y="141007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FEEDS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803978" y="1812410"/>
            <a:ext cx="4983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“SPEED STK FRESH”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“DRY IDEA GEL POWDR FRSH 2.25OZ A P”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“HP 15s 8GB RAM 512GB SSD”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53218" y="1245482"/>
            <a:ext cx="5349240" cy="186537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098" y="141007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POSTAL ADDRESS FEEDS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336098" y="1812410"/>
            <a:ext cx="4983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“I-344 Sarojni Ngr N Delhi 23”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“344 Block I Sarojini Nagar New Delhi 110023”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598932" y="5569836"/>
            <a:ext cx="2926080" cy="347472"/>
          </a:xfrm>
          <a:prstGeom prst="roundRect">
            <a:avLst>
              <a:gd name="adj" fmla="val 36842"/>
            </a:avLst>
          </a:prstGeom>
          <a:solidFill>
            <a:srgbClr val="DFF6F2"/>
          </a:solidFill>
          <a:ln w="12700">
            <a:solidFill>
              <a:srgbClr val="DFF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5633844"/>
            <a:ext cx="2724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9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Heterogeneous raw text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75304" y="5743572"/>
            <a:ext cx="886968" cy="0"/>
          </a:xfrm>
          <a:prstGeom prst="line">
            <a:avLst/>
          </a:prstGeom>
          <a:noFill/>
          <a:ln w="20320">
            <a:solidFill>
              <a:srgbClr val="6677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53712" y="5551548"/>
            <a:ext cx="3703320" cy="347472"/>
          </a:xfrm>
          <a:prstGeom prst="roundRect">
            <a:avLst>
              <a:gd name="adj" fmla="val 3684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5633844"/>
            <a:ext cx="35021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Typed, validated attributes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75904" y="5743572"/>
            <a:ext cx="612648" cy="0"/>
          </a:xfrm>
          <a:prstGeom prst="line">
            <a:avLst/>
          </a:prstGeom>
          <a:noFill/>
          <a:ln w="20320">
            <a:solidFill>
              <a:srgbClr val="6677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16568" y="5551548"/>
            <a:ext cx="2221992" cy="347472"/>
          </a:xfrm>
          <a:prstGeom prst="roundRect">
            <a:avLst>
              <a:gd name="adj" fmla="val 36842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7152" y="5633844"/>
            <a:ext cx="20208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65D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entities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098" y="6213091"/>
            <a:ext cx="11452571" cy="548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normalization: joins miss, deduplication fails, analytics group aliases as distinct values.</a:t>
            </a:r>
            <a:endParaRPr lang="en-US" sz="1900" dirty="0"/>
          </a:p>
        </p:txBody>
      </p:sp>
      <p:sp>
        <p:nvSpPr>
          <p:cNvPr id="24" name="Shape 6"/>
          <p:cNvSpPr/>
          <p:nvPr/>
        </p:nvSpPr>
        <p:spPr>
          <a:xfrm>
            <a:off x="681228" y="3135165"/>
            <a:ext cx="5340096" cy="2137689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5" name="Text 7"/>
          <p:cNvSpPr/>
          <p:nvPr/>
        </p:nvSpPr>
        <p:spPr>
          <a:xfrm>
            <a:off x="845126" y="2945039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ELEMENTISATION / PARSING</a:t>
            </a:r>
            <a:endParaRPr lang="en-US" sz="1540" dirty="0"/>
          </a:p>
        </p:txBody>
      </p:sp>
      <p:sp>
        <p:nvSpPr>
          <p:cNvPr id="26" name="Text 8"/>
          <p:cNvSpPr/>
          <p:nvPr/>
        </p:nvSpPr>
        <p:spPr>
          <a:xfrm>
            <a:off x="845126" y="3339234"/>
            <a:ext cx="4974336" cy="157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raw spans and assign fields.</a:t>
            </a:r>
            <a:endParaRPr lang="en-US" sz="1700" b="1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“FRSH” → [Variant: FRSH]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“2.25OZ” → [Size: 2.25OZ]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 Delhi” → [City: N Delhi]</a:t>
            </a:r>
            <a:endParaRPr lang="en-US" sz="1700" dirty="0"/>
          </a:p>
        </p:txBody>
      </p:sp>
      <p:sp>
        <p:nvSpPr>
          <p:cNvPr id="27" name="Shape 9"/>
          <p:cNvSpPr/>
          <p:nvPr/>
        </p:nvSpPr>
        <p:spPr>
          <a:xfrm>
            <a:off x="6259068" y="3135165"/>
            <a:ext cx="5340096" cy="2137689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8" name="Text 10"/>
          <p:cNvSpPr/>
          <p:nvPr/>
        </p:nvSpPr>
        <p:spPr>
          <a:xfrm>
            <a:off x="6422966" y="2945039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STANDARDISATION + VALIDATION</a:t>
            </a:r>
            <a:endParaRPr lang="en-US" sz="1540" dirty="0"/>
          </a:p>
        </p:txBody>
      </p:sp>
      <p:sp>
        <p:nvSpPr>
          <p:cNvPr id="29" name="Text 11"/>
          <p:cNvSpPr/>
          <p:nvPr/>
        </p:nvSpPr>
        <p:spPr>
          <a:xfrm>
            <a:off x="6422966" y="3307843"/>
            <a:ext cx="4974336" cy="1961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extracted spans to canonical values</a:t>
            </a:r>
            <a:r>
              <a:rPr lang="en-US" sz="17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FRSH → Fresh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2.25OZ → 2.25 oz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Delhi → New Delhi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consistency; preserve evidence.</a:t>
            </a:r>
            <a:endParaRPr lang="en-US" sz="17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6" grpId="0" animBg="1"/>
      <p:bldP spid="19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5385816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2416" y="1883664"/>
            <a:ext cx="10332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dirty data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60704" y="3886200"/>
            <a:ext cx="9326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BD8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dictionaries alone do not solve the problem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400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of difficulty: six failure modes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18520" cy="10973"/>
          </a:xfrm>
          <a:prstGeom prst="rect">
            <a:avLst/>
          </a:prstGeom>
          <a:solidFill>
            <a:srgbClr val="DAE2ED"/>
          </a:solidFill>
          <a:ln w="12700">
            <a:solidFill>
              <a:srgbClr val="DAE2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508760"/>
            <a:ext cx="2240280" cy="548640"/>
          </a:xfrm>
          <a:prstGeom prst="rect">
            <a:avLst/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5506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Failure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62072" y="1508760"/>
            <a:ext cx="3794760" cy="548640"/>
          </a:xfrm>
          <a:prstGeom prst="rect">
            <a:avLst/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6550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Example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56832" y="1508760"/>
            <a:ext cx="4937760" cy="548640"/>
          </a:xfrm>
          <a:prstGeom prst="rect">
            <a:avLst/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165506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Why hard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" y="2057400"/>
            <a:ext cx="2240280" cy="72694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148840"/>
            <a:ext cx="20574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Abbreviation</a:t>
            </a:r>
            <a:endParaRPr lang="en-US" sz="2000" b="1" dirty="0"/>
          </a:p>
        </p:txBody>
      </p:sp>
      <p:sp>
        <p:nvSpPr>
          <p:cNvPr id="16" name="Shape 14"/>
          <p:cNvSpPr/>
          <p:nvPr/>
        </p:nvSpPr>
        <p:spPr>
          <a:xfrm>
            <a:off x="2862072" y="2057400"/>
            <a:ext cx="3794760" cy="72694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53512" y="2148840"/>
            <a:ext cx="3611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STK; FRSH; N Delhi</a:t>
            </a:r>
            <a:endParaRPr lang="en-US" sz="2000" b="1" dirty="0"/>
          </a:p>
        </p:txBody>
      </p:sp>
      <p:sp>
        <p:nvSpPr>
          <p:cNvPr id="18" name="Shape 16"/>
          <p:cNvSpPr/>
          <p:nvPr/>
        </p:nvSpPr>
        <p:spPr>
          <a:xfrm>
            <a:off x="6656832" y="2057400"/>
            <a:ext cx="4937760" cy="72694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2148840"/>
            <a:ext cx="4754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Many aliases, domain-dependent</a:t>
            </a:r>
            <a:endParaRPr lang="en-US" sz="2000" b="1" dirty="0"/>
          </a:p>
        </p:txBody>
      </p:sp>
      <p:sp>
        <p:nvSpPr>
          <p:cNvPr id="20" name="Shape 18"/>
          <p:cNvSpPr/>
          <p:nvPr/>
        </p:nvSpPr>
        <p:spPr>
          <a:xfrm>
            <a:off x="621792" y="2784348"/>
            <a:ext cx="2240280" cy="7269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875788"/>
            <a:ext cx="20574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Ambiguous token</a:t>
            </a:r>
            <a:endParaRPr lang="en-US" sz="2000" b="1" dirty="0"/>
          </a:p>
        </p:txBody>
      </p:sp>
      <p:sp>
        <p:nvSpPr>
          <p:cNvPr id="22" name="Shape 20"/>
          <p:cNvSpPr/>
          <p:nvPr/>
        </p:nvSpPr>
        <p:spPr>
          <a:xfrm>
            <a:off x="2862072" y="2784348"/>
            <a:ext cx="3794760" cy="7269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53512" y="2875788"/>
            <a:ext cx="3611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St John St</a:t>
            </a:r>
            <a:endParaRPr lang="en-US" sz="2000" b="1" dirty="0"/>
          </a:p>
        </p:txBody>
      </p:sp>
      <p:sp>
        <p:nvSpPr>
          <p:cNvPr id="24" name="Shape 22"/>
          <p:cNvSpPr/>
          <p:nvPr/>
        </p:nvSpPr>
        <p:spPr>
          <a:xfrm>
            <a:off x="6656832" y="2784348"/>
            <a:ext cx="4937760" cy="7269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2875788"/>
            <a:ext cx="4754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Saint vs Street</a:t>
            </a:r>
            <a:endParaRPr lang="en-US" sz="2000" b="1" dirty="0"/>
          </a:p>
        </p:txBody>
      </p:sp>
      <p:sp>
        <p:nvSpPr>
          <p:cNvPr id="26" name="Shape 24"/>
          <p:cNvSpPr/>
          <p:nvPr/>
        </p:nvSpPr>
        <p:spPr>
          <a:xfrm>
            <a:off x="621792" y="3511296"/>
            <a:ext cx="2240280" cy="72694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602736"/>
            <a:ext cx="20574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Omitted field</a:t>
            </a:r>
            <a:endParaRPr lang="en-US" sz="2000" b="1" dirty="0"/>
          </a:p>
        </p:txBody>
      </p:sp>
      <p:sp>
        <p:nvSpPr>
          <p:cNvPr id="28" name="Shape 26"/>
          <p:cNvSpPr/>
          <p:nvPr/>
        </p:nvSpPr>
        <p:spPr>
          <a:xfrm>
            <a:off x="2862072" y="3511296"/>
            <a:ext cx="3794760" cy="72694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53512" y="3602736"/>
            <a:ext cx="3611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SPEED STK FRESH</a:t>
            </a:r>
            <a:endParaRPr lang="en-US" sz="2000" b="1" dirty="0"/>
          </a:p>
        </p:txBody>
      </p:sp>
      <p:sp>
        <p:nvSpPr>
          <p:cNvPr id="30" name="Shape 28"/>
          <p:cNvSpPr/>
          <p:nvPr/>
        </p:nvSpPr>
        <p:spPr>
          <a:xfrm>
            <a:off x="6656832" y="3511296"/>
            <a:ext cx="4937760" cy="72694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3602736"/>
            <a:ext cx="4754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Size absent; cannot hallucinate</a:t>
            </a:r>
            <a:endParaRPr lang="en-US" sz="2000" b="1" dirty="0"/>
          </a:p>
        </p:txBody>
      </p:sp>
      <p:sp>
        <p:nvSpPr>
          <p:cNvPr id="32" name="Shape 30"/>
          <p:cNvSpPr/>
          <p:nvPr/>
        </p:nvSpPr>
        <p:spPr>
          <a:xfrm>
            <a:off x="621792" y="4238244"/>
            <a:ext cx="2240280" cy="7269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329684"/>
            <a:ext cx="20574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Token order</a:t>
            </a:r>
            <a:endParaRPr lang="en-US" sz="2000" b="1" dirty="0"/>
          </a:p>
        </p:txBody>
      </p:sp>
      <p:sp>
        <p:nvSpPr>
          <p:cNvPr id="34" name="Shape 32"/>
          <p:cNvSpPr/>
          <p:nvPr/>
        </p:nvSpPr>
        <p:spPr>
          <a:xfrm>
            <a:off x="2862072" y="4238244"/>
            <a:ext cx="3794760" cy="7269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53512" y="4329684"/>
            <a:ext cx="3611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344 Block I / Block I-344</a:t>
            </a:r>
            <a:endParaRPr lang="en-US" sz="2000" b="1" dirty="0"/>
          </a:p>
        </p:txBody>
      </p:sp>
      <p:sp>
        <p:nvSpPr>
          <p:cNvPr id="36" name="Shape 34"/>
          <p:cNvSpPr/>
          <p:nvPr/>
        </p:nvSpPr>
        <p:spPr>
          <a:xfrm>
            <a:off x="6656832" y="4238244"/>
            <a:ext cx="4937760" cy="7269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48272" y="4329684"/>
            <a:ext cx="4754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Flexible grammar</a:t>
            </a:r>
            <a:endParaRPr lang="en-US" sz="2000" b="1" dirty="0"/>
          </a:p>
        </p:txBody>
      </p:sp>
      <p:sp>
        <p:nvSpPr>
          <p:cNvPr id="38" name="Shape 36"/>
          <p:cNvSpPr/>
          <p:nvPr/>
        </p:nvSpPr>
        <p:spPr>
          <a:xfrm>
            <a:off x="621792" y="4965192"/>
            <a:ext cx="2240280" cy="72694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5056632"/>
            <a:ext cx="20574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Typos / spacing</a:t>
            </a:r>
            <a:endParaRPr lang="en-US" sz="2000" b="1" dirty="0"/>
          </a:p>
        </p:txBody>
      </p:sp>
      <p:sp>
        <p:nvSpPr>
          <p:cNvPr id="40" name="Shape 38"/>
          <p:cNvSpPr/>
          <p:nvPr/>
        </p:nvSpPr>
        <p:spPr>
          <a:xfrm>
            <a:off x="2862072" y="4965192"/>
            <a:ext cx="3794760" cy="72694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53512" y="5056632"/>
            <a:ext cx="3611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 err="1" smtClean="0">
                <a:ea typeface="Aptos" pitchFamily="34" charset="-122"/>
                <a:cs typeface="Aptos" pitchFamily="34" charset="-120"/>
              </a:rPr>
              <a:t>Sarojni</a:t>
            </a:r>
            <a:endParaRPr lang="en-US" sz="2000" b="1" dirty="0"/>
          </a:p>
        </p:txBody>
      </p:sp>
      <p:sp>
        <p:nvSpPr>
          <p:cNvPr id="42" name="Shape 40"/>
          <p:cNvSpPr/>
          <p:nvPr/>
        </p:nvSpPr>
        <p:spPr>
          <a:xfrm>
            <a:off x="6656832" y="4965192"/>
            <a:ext cx="4937760" cy="72694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48272" y="5056632"/>
            <a:ext cx="4754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Alias and segmentation issues</a:t>
            </a:r>
            <a:endParaRPr lang="en-US" sz="2000" b="1" dirty="0"/>
          </a:p>
        </p:txBody>
      </p:sp>
      <p:sp>
        <p:nvSpPr>
          <p:cNvPr id="44" name="Shape 42"/>
          <p:cNvSpPr/>
          <p:nvPr/>
        </p:nvSpPr>
        <p:spPr>
          <a:xfrm>
            <a:off x="621792" y="5692140"/>
            <a:ext cx="2240280" cy="7269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5783580"/>
            <a:ext cx="20574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Overloaded number</a:t>
            </a:r>
            <a:endParaRPr lang="en-US" sz="2000" b="1" dirty="0"/>
          </a:p>
        </p:txBody>
      </p:sp>
      <p:sp>
        <p:nvSpPr>
          <p:cNvPr id="46" name="Shape 44"/>
          <p:cNvSpPr/>
          <p:nvPr/>
        </p:nvSpPr>
        <p:spPr>
          <a:xfrm>
            <a:off x="2862072" y="5692140"/>
            <a:ext cx="3794760" cy="7269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53512" y="5783580"/>
            <a:ext cx="3611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8GB RAM; 512GB SSD</a:t>
            </a:r>
            <a:endParaRPr lang="en-US" sz="2000" b="1" dirty="0"/>
          </a:p>
        </p:txBody>
      </p:sp>
      <p:sp>
        <p:nvSpPr>
          <p:cNvPr id="48" name="Shape 46"/>
          <p:cNvSpPr/>
          <p:nvPr/>
        </p:nvSpPr>
        <p:spPr>
          <a:xfrm>
            <a:off x="6656832" y="5692140"/>
            <a:ext cx="4937760" cy="72694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48272" y="5783580"/>
            <a:ext cx="4754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ea typeface="Aptos" pitchFamily="34" charset="-122"/>
                <a:cs typeface="Aptos" pitchFamily="34" charset="-120"/>
              </a:rPr>
              <a:t>Same unit, different semantics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400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descriptions → extracted fields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18520" cy="10973"/>
          </a:xfrm>
          <a:prstGeom prst="rect">
            <a:avLst/>
          </a:prstGeom>
          <a:solidFill>
            <a:srgbClr val="DAE2ED"/>
          </a:solidFill>
          <a:ln w="12700">
            <a:solidFill>
              <a:srgbClr val="DAE2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508760"/>
            <a:ext cx="4828032" cy="548640"/>
          </a:xfrm>
          <a:prstGeom prst="rect">
            <a:avLst/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55064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Raw source</a:t>
            </a:r>
            <a:endParaRPr lang="en-US" sz="2000" b="1" dirty="0"/>
          </a:p>
        </p:txBody>
      </p:sp>
      <p:sp>
        <p:nvSpPr>
          <p:cNvPr id="10" name="Shape 8"/>
          <p:cNvSpPr/>
          <p:nvPr/>
        </p:nvSpPr>
        <p:spPr>
          <a:xfrm>
            <a:off x="5449824" y="1508760"/>
            <a:ext cx="3072384" cy="548640"/>
          </a:xfrm>
          <a:prstGeom prst="rect">
            <a:avLst/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165506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Parsed concept 1</a:t>
            </a:r>
            <a:endParaRPr lang="en-US" sz="2000" b="1" dirty="0"/>
          </a:p>
        </p:txBody>
      </p:sp>
      <p:sp>
        <p:nvSpPr>
          <p:cNvPr id="12" name="Shape 10"/>
          <p:cNvSpPr/>
          <p:nvPr/>
        </p:nvSpPr>
        <p:spPr>
          <a:xfrm>
            <a:off x="8522208" y="1508760"/>
            <a:ext cx="3072384" cy="548640"/>
          </a:xfrm>
          <a:prstGeom prst="rect">
            <a:avLst/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13648" y="165506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Parsed concept 2</a:t>
            </a:r>
            <a:endParaRPr lang="en-US" sz="2000" b="1" dirty="0"/>
          </a:p>
        </p:txBody>
      </p:sp>
      <p:sp>
        <p:nvSpPr>
          <p:cNvPr id="14" name="Shape 12"/>
          <p:cNvSpPr/>
          <p:nvPr/>
        </p:nvSpPr>
        <p:spPr>
          <a:xfrm>
            <a:off x="621792" y="2057400"/>
            <a:ext cx="4828032" cy="74980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148840"/>
            <a:ext cx="46451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SPEED STK FRESH</a:t>
            </a:r>
            <a:endParaRPr lang="en-US" sz="2000" b="1" dirty="0"/>
          </a:p>
        </p:txBody>
      </p:sp>
      <p:sp>
        <p:nvSpPr>
          <p:cNvPr id="16" name="Shape 14"/>
          <p:cNvSpPr/>
          <p:nvPr/>
        </p:nvSpPr>
        <p:spPr>
          <a:xfrm>
            <a:off x="5449824" y="2057400"/>
            <a:ext cx="3072384" cy="74980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1264" y="2148840"/>
            <a:ext cx="2889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Brand / line: Speed Stick</a:t>
            </a:r>
            <a:endParaRPr lang="en-US" sz="2000" b="1" dirty="0"/>
          </a:p>
        </p:txBody>
      </p:sp>
      <p:sp>
        <p:nvSpPr>
          <p:cNvPr id="18" name="Shape 16"/>
          <p:cNvSpPr/>
          <p:nvPr/>
        </p:nvSpPr>
        <p:spPr>
          <a:xfrm>
            <a:off x="8522208" y="2057400"/>
            <a:ext cx="3072384" cy="74980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13648" y="2148840"/>
            <a:ext cx="2889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Variant: Fresh; size unknown</a:t>
            </a:r>
            <a:endParaRPr lang="en-US" sz="2000" b="1" dirty="0"/>
          </a:p>
        </p:txBody>
      </p:sp>
      <p:sp>
        <p:nvSpPr>
          <p:cNvPr id="20" name="Shape 18"/>
          <p:cNvSpPr/>
          <p:nvPr/>
        </p:nvSpPr>
        <p:spPr>
          <a:xfrm>
            <a:off x="621792" y="2807208"/>
            <a:ext cx="482803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898648"/>
            <a:ext cx="46451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DRY IDEA GEL POWDR FRSH 2.25OZ A P</a:t>
            </a:r>
            <a:endParaRPr lang="en-US" sz="2000" b="1" dirty="0"/>
          </a:p>
        </p:txBody>
      </p:sp>
      <p:sp>
        <p:nvSpPr>
          <p:cNvPr id="22" name="Shape 20"/>
          <p:cNvSpPr/>
          <p:nvPr/>
        </p:nvSpPr>
        <p:spPr>
          <a:xfrm>
            <a:off x="5449824" y="2807208"/>
            <a:ext cx="3072384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2898648"/>
            <a:ext cx="2889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Brand: Dry Idea; form: Gel/Powder</a:t>
            </a:r>
            <a:endParaRPr lang="en-US" sz="2000" b="1" dirty="0"/>
          </a:p>
        </p:txBody>
      </p:sp>
      <p:sp>
        <p:nvSpPr>
          <p:cNvPr id="24" name="Shape 22"/>
          <p:cNvSpPr/>
          <p:nvPr/>
        </p:nvSpPr>
        <p:spPr>
          <a:xfrm>
            <a:off x="8522208" y="2807208"/>
            <a:ext cx="3072384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13648" y="2898648"/>
            <a:ext cx="2889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Size: 2.25 oz; AP: antiperspirant</a:t>
            </a:r>
            <a:endParaRPr lang="en-US" sz="2000" b="1" dirty="0"/>
          </a:p>
        </p:txBody>
      </p:sp>
      <p:sp>
        <p:nvSpPr>
          <p:cNvPr id="26" name="Shape 24"/>
          <p:cNvSpPr/>
          <p:nvPr/>
        </p:nvSpPr>
        <p:spPr>
          <a:xfrm>
            <a:off x="621792" y="3557016"/>
            <a:ext cx="4828032" cy="74980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648456"/>
            <a:ext cx="46451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SURE 2.6OZ UNSCNT INV SLD</a:t>
            </a:r>
            <a:endParaRPr lang="en-US" sz="2000" b="1" dirty="0"/>
          </a:p>
        </p:txBody>
      </p:sp>
      <p:sp>
        <p:nvSpPr>
          <p:cNvPr id="28" name="Shape 26"/>
          <p:cNvSpPr/>
          <p:nvPr/>
        </p:nvSpPr>
        <p:spPr>
          <a:xfrm>
            <a:off x="5449824" y="3557016"/>
            <a:ext cx="3072384" cy="74980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1264" y="3648456"/>
            <a:ext cx="2889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Brand: Sure; form: Solid</a:t>
            </a:r>
            <a:endParaRPr lang="en-US" sz="2000" b="1" dirty="0"/>
          </a:p>
        </p:txBody>
      </p:sp>
      <p:sp>
        <p:nvSpPr>
          <p:cNvPr id="30" name="Shape 28"/>
          <p:cNvSpPr/>
          <p:nvPr/>
        </p:nvSpPr>
        <p:spPr>
          <a:xfrm>
            <a:off x="8522208" y="3557016"/>
            <a:ext cx="3072384" cy="74980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13648" y="3648456"/>
            <a:ext cx="2889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Unscented; Invisible; 2.6 oz</a:t>
            </a:r>
            <a:endParaRPr lang="en-US" sz="2000" b="1" dirty="0"/>
          </a:p>
        </p:txBody>
      </p:sp>
      <p:sp>
        <p:nvSpPr>
          <p:cNvPr id="32" name="Shape 30"/>
          <p:cNvSpPr/>
          <p:nvPr/>
        </p:nvSpPr>
        <p:spPr>
          <a:xfrm>
            <a:off x="621792" y="4306824"/>
            <a:ext cx="482803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398264"/>
            <a:ext cx="46451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GILLETTE CLWV GEL TWNPK DEO 6OZ</a:t>
            </a:r>
            <a:endParaRPr lang="en-US" sz="2000" b="1" dirty="0"/>
          </a:p>
        </p:txBody>
      </p:sp>
      <p:sp>
        <p:nvSpPr>
          <p:cNvPr id="34" name="Shape 32"/>
          <p:cNvSpPr/>
          <p:nvPr/>
        </p:nvSpPr>
        <p:spPr>
          <a:xfrm>
            <a:off x="5449824" y="4306824"/>
            <a:ext cx="3072384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41264" y="4398264"/>
            <a:ext cx="2889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Brand: Gillette; form: Gel</a:t>
            </a:r>
            <a:endParaRPr lang="en-US" sz="2000" b="1" dirty="0"/>
          </a:p>
        </p:txBody>
      </p:sp>
      <p:sp>
        <p:nvSpPr>
          <p:cNvPr id="36" name="Shape 34"/>
          <p:cNvSpPr/>
          <p:nvPr/>
        </p:nvSpPr>
        <p:spPr>
          <a:xfrm>
            <a:off x="8522208" y="4306824"/>
            <a:ext cx="3072384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13648" y="4398264"/>
            <a:ext cx="2889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Twin pack; deodorant; 6 oz</a:t>
            </a:r>
            <a:endParaRPr lang="en-US" sz="2000" b="1" dirty="0"/>
          </a:p>
        </p:txBody>
      </p:sp>
      <p:sp>
        <p:nvSpPr>
          <p:cNvPr id="38" name="Shape 36"/>
          <p:cNvSpPr/>
          <p:nvPr/>
        </p:nvSpPr>
        <p:spPr>
          <a:xfrm>
            <a:off x="621792" y="5056632"/>
            <a:ext cx="4828032" cy="74980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5148072"/>
            <a:ext cx="46451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CVS MEN DEOD REG 325ml</a:t>
            </a:r>
            <a:endParaRPr lang="en-US" sz="2000" b="1" dirty="0"/>
          </a:p>
        </p:txBody>
      </p:sp>
      <p:sp>
        <p:nvSpPr>
          <p:cNvPr id="40" name="Shape 38"/>
          <p:cNvSpPr/>
          <p:nvPr/>
        </p:nvSpPr>
        <p:spPr>
          <a:xfrm>
            <a:off x="5449824" y="5056632"/>
            <a:ext cx="3072384" cy="74980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41264" y="5148072"/>
            <a:ext cx="2889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Brand: CVS; gender: Men</a:t>
            </a:r>
            <a:endParaRPr lang="en-US" sz="2000" b="1" dirty="0"/>
          </a:p>
        </p:txBody>
      </p:sp>
      <p:sp>
        <p:nvSpPr>
          <p:cNvPr id="42" name="Shape 40"/>
          <p:cNvSpPr/>
          <p:nvPr/>
        </p:nvSpPr>
        <p:spPr>
          <a:xfrm>
            <a:off x="8522208" y="5056632"/>
            <a:ext cx="3072384" cy="749808"/>
          </a:xfrm>
          <a:prstGeom prst="rect">
            <a:avLst/>
          </a:prstGeom>
          <a:solidFill>
            <a:srgbClr val="EDF3F8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13648" y="5148072"/>
            <a:ext cx="2889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Deodorant; Regular; 325 mL</a:t>
            </a:r>
            <a:endParaRPr lang="en-US" sz="2000" b="1" dirty="0"/>
          </a:p>
        </p:txBody>
      </p:sp>
      <p:sp>
        <p:nvSpPr>
          <p:cNvPr id="44" name="Text 42"/>
          <p:cNvSpPr/>
          <p:nvPr/>
        </p:nvSpPr>
        <p:spPr>
          <a:xfrm>
            <a:off x="676656" y="6126480"/>
            <a:ext cx="10927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/>
                </a:solidFill>
                <a:ea typeface="Aptos" pitchFamily="34" charset="-122"/>
                <a:cs typeface="Aptos" pitchFamily="34" charset="-120"/>
              </a:rPr>
              <a:t>Treat ambiguous tokens as unresolved until context/dictionary support exists.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9496" y="38404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Postal addresses: </a:t>
            </a:r>
            <a:r>
              <a:rPr lang="en-US" sz="2700" b="1" dirty="0" smtClean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Indian </a:t>
            </a:r>
            <a:r>
              <a:rPr lang="en-US" sz="27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7512" y="93268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/>
                </a:solidFill>
                <a:ea typeface="Aptos" pitchFamily="34" charset="-122"/>
                <a:cs typeface="Aptos" pitchFamily="34" charset="-120"/>
              </a:rPr>
              <a:t>Variant spellings, partial postal codes, and non-identical field boundaries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510528"/>
            <a:ext cx="11018520" cy="10973"/>
          </a:xfrm>
          <a:prstGeom prst="rect">
            <a:avLst/>
          </a:prstGeom>
          <a:solidFill>
            <a:srgbClr val="DAE2ED"/>
          </a:solidFill>
          <a:ln w="12700">
            <a:solidFill>
              <a:srgbClr val="DAE2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92824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7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IIA  ·  COMPOSITE ATTRIBUTE NORMALISATION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1545336"/>
            <a:ext cx="10789920" cy="2011680"/>
          </a:xfrm>
          <a:prstGeom prst="roundRect">
            <a:avLst>
              <a:gd name="adj" fmla="val 5455"/>
            </a:avLst>
          </a:prstGeom>
          <a:solidFill>
            <a:srgbClr val="EAF2FB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7099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RECORDS THAT MAY REFER TO ONE LOCATION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0392" y="2112264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I-344 | Sarojini Nagar | N Delhi | 23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344 Block I | Sarojni Ngr | New Delhi | 110023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344 Block I Near Navyug School S Ngr NDelhi23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67512" y="3803904"/>
            <a:ext cx="10789920" cy="1938528"/>
          </a:xfrm>
          <a:prstGeom prst="roundRect">
            <a:avLst>
              <a:gd name="adj" fmla="val 5660"/>
            </a:avLst>
          </a:prstGeom>
          <a:solidFill>
            <a:srgbClr val="DFF6F2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9684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EXPECTED PROCESSING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50392" y="4370832"/>
            <a:ext cx="104241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block/door + landmark + area + city + postal code → standardise aliases → validate locality, PIN and house identity. </a:t>
            </a:r>
            <a:endParaRPr lang="en-US" sz="2000" dirty="0" smtClean="0">
              <a:solidFill>
                <a:srgbClr val="20344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endParaRPr lang="en-US" sz="2000" dirty="0">
              <a:solidFill>
                <a:srgbClr val="20344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</a:t>
            </a:r>
            <a:r>
              <a:rPr lang="en-US" sz="2000" dirty="0">
                <a:solidFill>
                  <a:srgbClr val="203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assume “23” uniquely determines 110023 without geographic evidence.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400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address standardisation fails: three original cases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6510528"/>
            <a:ext cx="11018520" cy="10973"/>
          </a:xfrm>
          <a:prstGeom prst="rect">
            <a:avLst/>
          </a:prstGeom>
          <a:solidFill>
            <a:srgbClr val="DAE2ED"/>
          </a:solidFill>
          <a:ln w="12700">
            <a:solidFill>
              <a:srgbClr val="DAE2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35608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EAF2FB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7" y="1536192"/>
            <a:ext cx="53755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SPELLING + ABBREVIATIONS</a:t>
            </a:r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32688" y="189280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I-344 | Sarojini Nagar | N Delhi | 23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32688" y="226771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344 Block I | Sarojni Ngr | New Delhi | 110023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13232" y="2898648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999232"/>
            <a:ext cx="47967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MULTIPLE FIELD BOUNDARIES</a:t>
            </a:r>
            <a:endParaRPr lang="en-US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32688" y="33558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13B | Link Road | Versova | Mumbai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32688" y="373075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Block B-13 | Bandra Versova Link Rd. | Versova | Mumbai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3232" y="4361688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EAF2FB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7" y="4462272"/>
            <a:ext cx="464630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70C0"/>
                </a:solidFill>
                <a:ea typeface="Aptos" pitchFamily="34" charset="-122"/>
                <a:cs typeface="Aptos" pitchFamily="34" charset="-120"/>
              </a:rPr>
              <a:t>OMITTED / REORDERED FIELDS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32688" y="481888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123 | IIITD Campus | Okhla Phase 3 | New Delhi | 20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2688" y="51937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123 Block-C | IIIT Delhi | Industrial Area | Okhala Phase III | New Delhi | 110020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6916" y="5801868"/>
            <a:ext cx="1162445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These are candidate variants, NOT automatically identical locations. Normalize → validate → entity-match.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940" y="28896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Pipeline: where each component fits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313674" y="935725"/>
            <a:ext cx="1743726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55181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Source description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5780" y="181146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677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Raw string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57400" y="2362189"/>
            <a:ext cx="41148" cy="0"/>
          </a:xfrm>
          <a:prstGeom prst="line">
            <a:avLst/>
          </a:prstGeom>
          <a:noFill/>
          <a:ln w="19050">
            <a:solidFill>
              <a:srgbClr val="0A9E9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098548" y="935725"/>
            <a:ext cx="1517904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89988" y="1155181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Tokenisation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62556" y="1676389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677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Spans + units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16452" y="2362189"/>
            <a:ext cx="41148" cy="0"/>
          </a:xfrm>
          <a:prstGeom prst="line">
            <a:avLst/>
          </a:prstGeom>
          <a:noFill/>
          <a:ln w="19050">
            <a:solidFill>
              <a:srgbClr val="0A9E9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57600" y="935725"/>
            <a:ext cx="1517904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155181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Lexicon / aliases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21608" y="1676389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677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Candidate tags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75504" y="2362189"/>
            <a:ext cx="41148" cy="0"/>
          </a:xfrm>
          <a:prstGeom prst="line">
            <a:avLst/>
          </a:prstGeom>
          <a:noFill/>
          <a:ln w="19050">
            <a:solidFill>
              <a:srgbClr val="0A9E9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16652" y="935725"/>
            <a:ext cx="1517904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8092" y="1155181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Pattern generator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80660" y="1676389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7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Sequence features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34556" y="2362189"/>
            <a:ext cx="41148" cy="0"/>
          </a:xfrm>
          <a:prstGeom prst="line">
            <a:avLst/>
          </a:prstGeom>
          <a:noFill/>
          <a:ln w="19050">
            <a:solidFill>
              <a:srgbClr val="0A9E9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75704" y="935725"/>
            <a:ext cx="1517904" cy="1225296"/>
          </a:xfrm>
          <a:prstGeom prst="roundRect">
            <a:avLst>
              <a:gd name="adj" fmla="val 7463"/>
            </a:avLst>
          </a:prstGeom>
          <a:solidFill>
            <a:srgbClr val="DFF6F2"/>
          </a:solidFill>
          <a:ln w="10160">
            <a:solidFill>
              <a:srgbClr val="0A9E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1155181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RDR inference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39712" y="1676389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677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Field labels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93608" y="2362189"/>
            <a:ext cx="41148" cy="0"/>
          </a:xfrm>
          <a:prstGeom prst="line">
            <a:avLst/>
          </a:prstGeom>
          <a:noFill/>
          <a:ln w="19050">
            <a:solidFill>
              <a:srgbClr val="0A9E9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334756" y="935725"/>
            <a:ext cx="1517904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26196" y="1155181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Canonicalisation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398764" y="1676389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677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Typed values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852660" y="2362189"/>
            <a:ext cx="41148" cy="0"/>
          </a:xfrm>
          <a:prstGeom prst="line">
            <a:avLst/>
          </a:prstGeom>
          <a:noFill/>
          <a:ln w="19050">
            <a:solidFill>
              <a:srgbClr val="0A9E99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893808" y="935725"/>
            <a:ext cx="1517904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85248" y="1155181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Validation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957816" y="1676389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6778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Confidence / flags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4652" y="5505611"/>
            <a:ext cx="8152107" cy="1326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resources: </a:t>
            </a:r>
            <a:endParaRPr lang="en-US" sz="2000" b="1" dirty="0" smtClean="0">
              <a:solidFill>
                <a:srgbClr val="0070C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</a:t>
            </a:r>
            <a:r>
              <a:rPr lang="en-US" sz="20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dictionaries </a:t>
            </a:r>
            <a:r>
              <a:rPr lang="en-US" sz="2000" b="1" dirty="0" smtClean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		locale </a:t>
            </a:r>
            <a:r>
              <a:rPr lang="en-US" sz="20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</a:t>
            </a:r>
            <a:endParaRPr lang="en-US" sz="2000" b="1" dirty="0" smtClean="0">
              <a:solidFill>
                <a:srgbClr val="10243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cornerstone cases		regression tests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n-US" sz="2000" b="1" dirty="0" smtClean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provenance</a:t>
            </a:r>
            <a:endParaRPr lang="en-US" sz="2000" dirty="0"/>
          </a:p>
        </p:txBody>
      </p:sp>
      <p:sp>
        <p:nvSpPr>
          <p:cNvPr id="58" name="Shape 7"/>
          <p:cNvSpPr/>
          <p:nvPr/>
        </p:nvSpPr>
        <p:spPr>
          <a:xfrm>
            <a:off x="292608" y="2497238"/>
            <a:ext cx="3621024" cy="1197865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59" name="Text 8"/>
          <p:cNvSpPr/>
          <p:nvPr/>
        </p:nvSpPr>
        <p:spPr>
          <a:xfrm>
            <a:off x="420624" y="270755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RAW ADDRESSES</a:t>
            </a:r>
            <a:endParaRPr lang="en-US" dirty="0"/>
          </a:p>
        </p:txBody>
      </p:sp>
      <p:sp>
        <p:nvSpPr>
          <p:cNvPr id="60" name="Text 9"/>
          <p:cNvSpPr/>
          <p:nvPr/>
        </p:nvSpPr>
        <p:spPr>
          <a:xfrm>
            <a:off x="402336" y="324704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I-344 / Sarojni Ngr</a:t>
            </a:r>
            <a:endParaRPr lang="en-US" dirty="0"/>
          </a:p>
        </p:txBody>
      </p:sp>
      <p:sp>
        <p:nvSpPr>
          <p:cNvPr id="61" name="Shape 10"/>
          <p:cNvSpPr/>
          <p:nvPr/>
        </p:nvSpPr>
        <p:spPr>
          <a:xfrm>
            <a:off x="4160520" y="2497238"/>
            <a:ext cx="3621024" cy="1179575"/>
          </a:xfrm>
          <a:prstGeom prst="roundRect">
            <a:avLst>
              <a:gd name="adj" fmla="val 7432"/>
            </a:avLst>
          </a:prstGeom>
          <a:solidFill>
            <a:srgbClr val="EAF2FB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62" name="Text 11"/>
          <p:cNvSpPr/>
          <p:nvPr/>
        </p:nvSpPr>
        <p:spPr>
          <a:xfrm>
            <a:off x="4288536" y="270755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SIGNATURE CLUSTERS</a:t>
            </a:r>
            <a:endParaRPr lang="en-US" dirty="0"/>
          </a:p>
        </p:txBody>
      </p:sp>
      <p:sp>
        <p:nvSpPr>
          <p:cNvPr id="63" name="Text 12"/>
          <p:cNvSpPr/>
          <p:nvPr/>
        </p:nvSpPr>
        <p:spPr>
          <a:xfrm>
            <a:off x="4270248" y="324704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Retrieve likely variants</a:t>
            </a:r>
            <a:endParaRPr lang="en-US" dirty="0"/>
          </a:p>
        </p:txBody>
      </p:sp>
      <p:sp>
        <p:nvSpPr>
          <p:cNvPr id="64" name="Shape 13"/>
          <p:cNvSpPr/>
          <p:nvPr/>
        </p:nvSpPr>
        <p:spPr>
          <a:xfrm>
            <a:off x="8028432" y="2497238"/>
            <a:ext cx="3621024" cy="1133855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65" name="Text 14"/>
          <p:cNvSpPr/>
          <p:nvPr/>
        </p:nvSpPr>
        <p:spPr>
          <a:xfrm>
            <a:off x="8156448" y="270755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SYNONYM DISCOVERY</a:t>
            </a:r>
            <a:endParaRPr lang="en-US" dirty="0"/>
          </a:p>
        </p:txBody>
      </p:sp>
      <p:sp>
        <p:nvSpPr>
          <p:cNvPr id="66" name="Text 15"/>
          <p:cNvSpPr/>
          <p:nvPr/>
        </p:nvSpPr>
        <p:spPr>
          <a:xfrm>
            <a:off x="8138160" y="324704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Sarojni ↔ Sarojini</a:t>
            </a:r>
            <a:endParaRPr lang="en-US" dirty="0"/>
          </a:p>
        </p:txBody>
      </p:sp>
      <p:sp>
        <p:nvSpPr>
          <p:cNvPr id="67" name="Shape 16"/>
          <p:cNvSpPr/>
          <p:nvPr/>
        </p:nvSpPr>
        <p:spPr>
          <a:xfrm>
            <a:off x="256032" y="3813973"/>
            <a:ext cx="3621024" cy="1097279"/>
          </a:xfrm>
          <a:prstGeom prst="roundRect">
            <a:avLst>
              <a:gd name="adj" fmla="val 7432"/>
            </a:avLst>
          </a:prstGeom>
          <a:solidFill>
            <a:srgbClr val="EAF2FB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68" name="Text 17"/>
          <p:cNvSpPr/>
          <p:nvPr/>
        </p:nvSpPr>
        <p:spPr>
          <a:xfrm>
            <a:off x="384048" y="4024285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LOOKUP ENRICHMENT</a:t>
            </a:r>
            <a:endParaRPr lang="en-US" dirty="0"/>
          </a:p>
        </p:txBody>
      </p:sp>
      <p:sp>
        <p:nvSpPr>
          <p:cNvPr id="69" name="Text 18"/>
          <p:cNvSpPr/>
          <p:nvPr/>
        </p:nvSpPr>
        <p:spPr>
          <a:xfrm>
            <a:off x="365760" y="4563781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Area, road, city aliases</a:t>
            </a:r>
            <a:endParaRPr lang="en-US" dirty="0"/>
          </a:p>
        </p:txBody>
      </p:sp>
      <p:sp>
        <p:nvSpPr>
          <p:cNvPr id="70" name="Shape 19"/>
          <p:cNvSpPr/>
          <p:nvPr/>
        </p:nvSpPr>
        <p:spPr>
          <a:xfrm>
            <a:off x="4123944" y="3813973"/>
            <a:ext cx="3621024" cy="1060704"/>
          </a:xfrm>
          <a:prstGeom prst="roundRect">
            <a:avLst>
              <a:gd name="adj" fmla="val 7432"/>
            </a:avLst>
          </a:prstGeom>
          <a:solidFill>
            <a:srgbClr val="DFF6F2"/>
          </a:solidFill>
          <a:ln w="10160">
            <a:solidFill>
              <a:srgbClr val="0A9E99"/>
            </a:solidFill>
            <a:prstDash val="solid"/>
          </a:ln>
        </p:spPr>
      </p:sp>
      <p:sp>
        <p:nvSpPr>
          <p:cNvPr id="71" name="Text 20"/>
          <p:cNvSpPr/>
          <p:nvPr/>
        </p:nvSpPr>
        <p:spPr>
          <a:xfrm>
            <a:off x="4251960" y="4024285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RDR FIELD LABELLING</a:t>
            </a:r>
            <a:endParaRPr lang="en-US" dirty="0"/>
          </a:p>
        </p:txBody>
      </p:sp>
      <p:sp>
        <p:nvSpPr>
          <p:cNvPr id="72" name="Text 21"/>
          <p:cNvSpPr/>
          <p:nvPr/>
        </p:nvSpPr>
        <p:spPr>
          <a:xfrm>
            <a:off x="4233672" y="4563781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Assign context-specific tags</a:t>
            </a:r>
            <a:endParaRPr lang="en-US" dirty="0"/>
          </a:p>
        </p:txBody>
      </p:sp>
      <p:sp>
        <p:nvSpPr>
          <p:cNvPr id="73" name="Shape 22"/>
          <p:cNvSpPr/>
          <p:nvPr/>
        </p:nvSpPr>
        <p:spPr>
          <a:xfrm>
            <a:off x="7991856" y="3813973"/>
            <a:ext cx="3621024" cy="1060704"/>
          </a:xfrm>
          <a:prstGeom prst="roundRect">
            <a:avLst>
              <a:gd name="adj" fmla="val 7432"/>
            </a:avLst>
          </a:prstGeom>
          <a:solidFill>
            <a:srgbClr val="EAF2FB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74" name="Text 23"/>
          <p:cNvSpPr/>
          <p:nvPr/>
        </p:nvSpPr>
        <p:spPr>
          <a:xfrm>
            <a:off x="8119872" y="4024285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STANDARDIZED OUTPUT</a:t>
            </a:r>
            <a:endParaRPr lang="en-US" dirty="0"/>
          </a:p>
        </p:txBody>
      </p:sp>
      <p:sp>
        <p:nvSpPr>
          <p:cNvPr id="75" name="Text 24"/>
          <p:cNvSpPr/>
          <p:nvPr/>
        </p:nvSpPr>
        <p:spPr>
          <a:xfrm>
            <a:off x="8101584" y="4563781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Structured typed record</a:t>
            </a:r>
            <a:endParaRPr lang="en-US" dirty="0"/>
          </a:p>
        </p:txBody>
      </p:sp>
      <p:sp>
        <p:nvSpPr>
          <p:cNvPr id="76" name="Shape 25"/>
          <p:cNvSpPr/>
          <p:nvPr/>
        </p:nvSpPr>
        <p:spPr>
          <a:xfrm>
            <a:off x="3913632" y="3183038"/>
            <a:ext cx="210312" cy="0"/>
          </a:xfrm>
          <a:prstGeom prst="line">
            <a:avLst/>
          </a:prstGeom>
          <a:noFill/>
          <a:ln w="16510">
            <a:solidFill>
              <a:srgbClr val="0A9E99"/>
            </a:solidFill>
            <a:prstDash val="solid"/>
            <a:headEnd type="none"/>
            <a:tailEnd type="triangle"/>
          </a:ln>
        </p:spPr>
      </p:sp>
      <p:sp>
        <p:nvSpPr>
          <p:cNvPr id="77" name="Shape 26"/>
          <p:cNvSpPr/>
          <p:nvPr/>
        </p:nvSpPr>
        <p:spPr>
          <a:xfrm>
            <a:off x="3877056" y="4499773"/>
            <a:ext cx="210312" cy="0"/>
          </a:xfrm>
          <a:prstGeom prst="line">
            <a:avLst/>
          </a:prstGeom>
          <a:noFill/>
          <a:ln w="16510">
            <a:solidFill>
              <a:srgbClr val="0A9E99"/>
            </a:solidFill>
            <a:prstDash val="solid"/>
            <a:headEnd type="none"/>
            <a:tailEnd type="triangle"/>
          </a:ln>
        </p:spPr>
      </p:sp>
      <p:sp>
        <p:nvSpPr>
          <p:cNvPr id="78" name="Shape 27"/>
          <p:cNvSpPr/>
          <p:nvPr/>
        </p:nvSpPr>
        <p:spPr>
          <a:xfrm>
            <a:off x="7781544" y="3183038"/>
            <a:ext cx="210312" cy="0"/>
          </a:xfrm>
          <a:prstGeom prst="line">
            <a:avLst/>
          </a:prstGeom>
          <a:noFill/>
          <a:ln w="16510">
            <a:solidFill>
              <a:srgbClr val="0A9E99"/>
            </a:solidFill>
            <a:prstDash val="solid"/>
            <a:headEnd type="none"/>
            <a:tailEnd type="triangle"/>
          </a:ln>
        </p:spPr>
      </p:sp>
      <p:sp>
        <p:nvSpPr>
          <p:cNvPr id="79" name="Shape 28"/>
          <p:cNvSpPr/>
          <p:nvPr/>
        </p:nvSpPr>
        <p:spPr>
          <a:xfrm>
            <a:off x="7744968" y="4499773"/>
            <a:ext cx="210312" cy="0"/>
          </a:xfrm>
          <a:prstGeom prst="line">
            <a:avLst/>
          </a:prstGeom>
          <a:noFill/>
          <a:ln w="16510">
            <a:solidFill>
              <a:srgbClr val="0A9E99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  <p:bldP spid="25" grpId="0" animBg="1"/>
      <p:bldP spid="26" grpId="0" animBg="1"/>
      <p:bldP spid="29" grpId="0" animBg="1"/>
      <p:bldP spid="30" grpId="0" animBg="1"/>
      <p:bldP spid="33" grpId="0" animBg="1"/>
      <p:bldP spid="34" grpId="0" animBg="1"/>
      <p:bldP spid="35" grpId="0" animBg="1"/>
      <p:bldP spid="59" grpId="0" animBg="1"/>
      <p:bldP spid="60" grpId="0" animBg="1"/>
      <p:bldP spid="62" grpId="0" animBg="1"/>
      <p:bldP spid="63" grpId="0" animBg="1"/>
      <p:bldP spid="65" grpId="0" animBg="1"/>
      <p:bldP spid="66" grpId="0" animBg="1"/>
      <p:bldP spid="68" grpId="0" animBg="1"/>
      <p:bldP spid="69" grpId="0" animBg="1"/>
      <p:bldP spid="71" grpId="0" animBg="1"/>
      <p:bldP spid="72" grpId="0" animBg="1"/>
      <p:bldP spid="74" grpId="0" animBg="1"/>
      <p:bldP spid="7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04710" y="133858"/>
            <a:ext cx="5212656" cy="54242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dirty="0"/>
              <a:t>Clustering Based</a:t>
            </a:r>
            <a:r>
              <a:rPr spc="-68" dirty="0"/>
              <a:t> </a:t>
            </a:r>
            <a:r>
              <a:rPr dirty="0"/>
              <a:t>Approach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691977" y="863232"/>
            <a:ext cx="1109382" cy="890387"/>
            <a:chOff x="7105230" y="951153"/>
            <a:chExt cx="1222375" cy="981075"/>
          </a:xfrm>
        </p:grpSpPr>
        <p:sp>
          <p:nvSpPr>
            <p:cNvPr id="5" name="object 5"/>
            <p:cNvSpPr/>
            <p:nvPr/>
          </p:nvSpPr>
          <p:spPr>
            <a:xfrm>
              <a:off x="7112215" y="958138"/>
              <a:ext cx="1208405" cy="241935"/>
            </a:xfrm>
            <a:custGeom>
              <a:avLst/>
              <a:gdLst/>
              <a:ahLst/>
              <a:cxnLst/>
              <a:rect l="l" t="t" r="r" b="b"/>
              <a:pathLst>
                <a:path w="1208404" h="241934">
                  <a:moveTo>
                    <a:pt x="604037" y="0"/>
                  </a:moveTo>
                  <a:lnTo>
                    <a:pt x="528267" y="941"/>
                  </a:lnTo>
                  <a:lnTo>
                    <a:pt x="455306" y="3691"/>
                  </a:lnTo>
                  <a:lnTo>
                    <a:pt x="385720" y="8135"/>
                  </a:lnTo>
                  <a:lnTo>
                    <a:pt x="320075" y="14161"/>
                  </a:lnTo>
                  <a:lnTo>
                    <a:pt x="258936" y="21655"/>
                  </a:lnTo>
                  <a:lnTo>
                    <a:pt x="202870" y="30504"/>
                  </a:lnTo>
                  <a:lnTo>
                    <a:pt x="152444" y="40594"/>
                  </a:lnTo>
                  <a:lnTo>
                    <a:pt x="108222" y="51813"/>
                  </a:lnTo>
                  <a:lnTo>
                    <a:pt x="70771" y="64046"/>
                  </a:lnTo>
                  <a:lnTo>
                    <a:pt x="18447" y="91105"/>
                  </a:lnTo>
                  <a:lnTo>
                    <a:pt x="0" y="120865"/>
                  </a:lnTo>
                  <a:lnTo>
                    <a:pt x="4706" y="136026"/>
                  </a:lnTo>
                  <a:lnTo>
                    <a:pt x="40658" y="164549"/>
                  </a:lnTo>
                  <a:lnTo>
                    <a:pt x="108222" y="189918"/>
                  </a:lnTo>
                  <a:lnTo>
                    <a:pt x="152444" y="201137"/>
                  </a:lnTo>
                  <a:lnTo>
                    <a:pt x="202870" y="211227"/>
                  </a:lnTo>
                  <a:lnTo>
                    <a:pt x="258936" y="220076"/>
                  </a:lnTo>
                  <a:lnTo>
                    <a:pt x="320075" y="227570"/>
                  </a:lnTo>
                  <a:lnTo>
                    <a:pt x="385720" y="233596"/>
                  </a:lnTo>
                  <a:lnTo>
                    <a:pt x="455306" y="238040"/>
                  </a:lnTo>
                  <a:lnTo>
                    <a:pt x="528267" y="240790"/>
                  </a:lnTo>
                  <a:lnTo>
                    <a:pt x="604037" y="241731"/>
                  </a:lnTo>
                  <a:lnTo>
                    <a:pt x="679807" y="240790"/>
                  </a:lnTo>
                  <a:lnTo>
                    <a:pt x="752768" y="238040"/>
                  </a:lnTo>
                  <a:lnTo>
                    <a:pt x="822356" y="233596"/>
                  </a:lnTo>
                  <a:lnTo>
                    <a:pt x="888002" y="227570"/>
                  </a:lnTo>
                  <a:lnTo>
                    <a:pt x="949142" y="220076"/>
                  </a:lnTo>
                  <a:lnTo>
                    <a:pt x="1005209" y="211227"/>
                  </a:lnTo>
                  <a:lnTo>
                    <a:pt x="1055637" y="201137"/>
                  </a:lnTo>
                  <a:lnTo>
                    <a:pt x="1099860" y="189918"/>
                  </a:lnTo>
                  <a:lnTo>
                    <a:pt x="1137312" y="177685"/>
                  </a:lnTo>
                  <a:lnTo>
                    <a:pt x="1189639" y="150625"/>
                  </a:lnTo>
                  <a:lnTo>
                    <a:pt x="1208087" y="120865"/>
                  </a:lnTo>
                  <a:lnTo>
                    <a:pt x="1203381" y="105704"/>
                  </a:lnTo>
                  <a:lnTo>
                    <a:pt x="1167427" y="77182"/>
                  </a:lnTo>
                  <a:lnTo>
                    <a:pt x="1099860" y="51813"/>
                  </a:lnTo>
                  <a:lnTo>
                    <a:pt x="1055637" y="40594"/>
                  </a:lnTo>
                  <a:lnTo>
                    <a:pt x="1005209" y="30504"/>
                  </a:lnTo>
                  <a:lnTo>
                    <a:pt x="949142" y="21655"/>
                  </a:lnTo>
                  <a:lnTo>
                    <a:pt x="888002" y="14161"/>
                  </a:lnTo>
                  <a:lnTo>
                    <a:pt x="822356" y="8135"/>
                  </a:lnTo>
                  <a:lnTo>
                    <a:pt x="752768" y="3691"/>
                  </a:lnTo>
                  <a:lnTo>
                    <a:pt x="679807" y="941"/>
                  </a:lnTo>
                  <a:lnTo>
                    <a:pt x="6040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112215" y="958138"/>
              <a:ext cx="1208405" cy="967105"/>
            </a:xfrm>
            <a:custGeom>
              <a:avLst/>
              <a:gdLst/>
              <a:ahLst/>
              <a:cxnLst/>
              <a:rect l="l" t="t" r="r" b="b"/>
              <a:pathLst>
                <a:path w="1208404" h="967105">
                  <a:moveTo>
                    <a:pt x="1208087" y="120861"/>
                  </a:moveTo>
                  <a:lnTo>
                    <a:pt x="1167428" y="164544"/>
                  </a:lnTo>
                  <a:lnTo>
                    <a:pt x="1099863" y="189912"/>
                  </a:lnTo>
                  <a:lnTo>
                    <a:pt x="1055641" y="201130"/>
                  </a:lnTo>
                  <a:lnTo>
                    <a:pt x="1005213" y="211220"/>
                  </a:lnTo>
                  <a:lnTo>
                    <a:pt x="949147" y="220068"/>
                  </a:lnTo>
                  <a:lnTo>
                    <a:pt x="888008" y="227562"/>
                  </a:lnTo>
                  <a:lnTo>
                    <a:pt x="822362" y="233587"/>
                  </a:lnTo>
                  <a:lnTo>
                    <a:pt x="752775" y="238032"/>
                  </a:lnTo>
                  <a:lnTo>
                    <a:pt x="679813" y="240781"/>
                  </a:lnTo>
                  <a:lnTo>
                    <a:pt x="604043" y="241723"/>
                  </a:lnTo>
                  <a:lnTo>
                    <a:pt x="528273" y="240781"/>
                  </a:lnTo>
                  <a:lnTo>
                    <a:pt x="455312" y="238032"/>
                  </a:lnTo>
                  <a:lnTo>
                    <a:pt x="385725" y="233587"/>
                  </a:lnTo>
                  <a:lnTo>
                    <a:pt x="320079" y="227562"/>
                  </a:lnTo>
                  <a:lnTo>
                    <a:pt x="258940" y="220068"/>
                  </a:lnTo>
                  <a:lnTo>
                    <a:pt x="202874" y="211220"/>
                  </a:lnTo>
                  <a:lnTo>
                    <a:pt x="152446" y="201130"/>
                  </a:lnTo>
                  <a:lnTo>
                    <a:pt x="108224" y="189912"/>
                  </a:lnTo>
                  <a:lnTo>
                    <a:pt x="70773" y="177679"/>
                  </a:lnTo>
                  <a:lnTo>
                    <a:pt x="18448" y="150620"/>
                  </a:lnTo>
                  <a:lnTo>
                    <a:pt x="0" y="120861"/>
                  </a:lnTo>
                  <a:lnTo>
                    <a:pt x="4706" y="105701"/>
                  </a:lnTo>
                  <a:lnTo>
                    <a:pt x="40659" y="77178"/>
                  </a:lnTo>
                  <a:lnTo>
                    <a:pt x="108224" y="51810"/>
                  </a:lnTo>
                  <a:lnTo>
                    <a:pt x="152446" y="40592"/>
                  </a:lnTo>
                  <a:lnTo>
                    <a:pt x="202874" y="30502"/>
                  </a:lnTo>
                  <a:lnTo>
                    <a:pt x="258940" y="21654"/>
                  </a:lnTo>
                  <a:lnTo>
                    <a:pt x="320079" y="14160"/>
                  </a:lnTo>
                  <a:lnTo>
                    <a:pt x="385725" y="8135"/>
                  </a:lnTo>
                  <a:lnTo>
                    <a:pt x="455312" y="3691"/>
                  </a:lnTo>
                  <a:lnTo>
                    <a:pt x="528273" y="941"/>
                  </a:lnTo>
                  <a:lnTo>
                    <a:pt x="604043" y="0"/>
                  </a:lnTo>
                  <a:lnTo>
                    <a:pt x="679813" y="941"/>
                  </a:lnTo>
                  <a:lnTo>
                    <a:pt x="752775" y="3691"/>
                  </a:lnTo>
                  <a:lnTo>
                    <a:pt x="822362" y="8135"/>
                  </a:lnTo>
                  <a:lnTo>
                    <a:pt x="888008" y="14160"/>
                  </a:lnTo>
                  <a:lnTo>
                    <a:pt x="949147" y="21654"/>
                  </a:lnTo>
                  <a:lnTo>
                    <a:pt x="1005213" y="30502"/>
                  </a:lnTo>
                  <a:lnTo>
                    <a:pt x="1055641" y="40592"/>
                  </a:lnTo>
                  <a:lnTo>
                    <a:pt x="1099863" y="51810"/>
                  </a:lnTo>
                  <a:lnTo>
                    <a:pt x="1137314" y="64043"/>
                  </a:lnTo>
                  <a:lnTo>
                    <a:pt x="1189639" y="91102"/>
                  </a:lnTo>
                  <a:lnTo>
                    <a:pt x="1208087" y="120861"/>
                  </a:lnTo>
                  <a:close/>
                </a:path>
                <a:path w="1208404" h="967105">
                  <a:moveTo>
                    <a:pt x="1208087" y="120861"/>
                  </a:moveTo>
                  <a:lnTo>
                    <a:pt x="1208087" y="846031"/>
                  </a:lnTo>
                  <a:lnTo>
                    <a:pt x="1203381" y="861191"/>
                  </a:lnTo>
                  <a:lnTo>
                    <a:pt x="1167428" y="889714"/>
                  </a:lnTo>
                  <a:lnTo>
                    <a:pt x="1099863" y="915082"/>
                  </a:lnTo>
                  <a:lnTo>
                    <a:pt x="1055641" y="926300"/>
                  </a:lnTo>
                  <a:lnTo>
                    <a:pt x="1005213" y="936390"/>
                  </a:lnTo>
                  <a:lnTo>
                    <a:pt x="949147" y="945238"/>
                  </a:lnTo>
                  <a:lnTo>
                    <a:pt x="888008" y="952732"/>
                  </a:lnTo>
                  <a:lnTo>
                    <a:pt x="822362" y="958757"/>
                  </a:lnTo>
                  <a:lnTo>
                    <a:pt x="752775" y="963201"/>
                  </a:lnTo>
                  <a:lnTo>
                    <a:pt x="679813" y="965951"/>
                  </a:lnTo>
                  <a:lnTo>
                    <a:pt x="604043" y="966893"/>
                  </a:lnTo>
                  <a:lnTo>
                    <a:pt x="528273" y="965951"/>
                  </a:lnTo>
                  <a:lnTo>
                    <a:pt x="455312" y="963201"/>
                  </a:lnTo>
                  <a:lnTo>
                    <a:pt x="385725" y="958757"/>
                  </a:lnTo>
                  <a:lnTo>
                    <a:pt x="320079" y="952732"/>
                  </a:lnTo>
                  <a:lnTo>
                    <a:pt x="258940" y="945238"/>
                  </a:lnTo>
                  <a:lnTo>
                    <a:pt x="202874" y="936390"/>
                  </a:lnTo>
                  <a:lnTo>
                    <a:pt x="152446" y="926300"/>
                  </a:lnTo>
                  <a:lnTo>
                    <a:pt x="108224" y="915082"/>
                  </a:lnTo>
                  <a:lnTo>
                    <a:pt x="70773" y="902848"/>
                  </a:lnTo>
                  <a:lnTo>
                    <a:pt x="18448" y="875790"/>
                  </a:lnTo>
                  <a:lnTo>
                    <a:pt x="0" y="846031"/>
                  </a:lnTo>
                  <a:lnTo>
                    <a:pt x="0" y="120861"/>
                  </a:lnTo>
                </a:path>
              </a:pathLst>
            </a:custGeom>
            <a:ln w="13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75114" y="926715"/>
            <a:ext cx="943406" cy="733503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marR="4611" indent="265686" defTabSz="829909">
              <a:lnSpc>
                <a:spcPct val="151800"/>
              </a:lnSpc>
              <a:spcBef>
                <a:spcPts val="91"/>
              </a:spcBef>
              <a:defRPr/>
            </a:pP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Raw  </a:t>
            </a:r>
            <a:r>
              <a:rPr sz="1543" spc="-18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543" spc="-14" dirty="0">
                <a:solidFill>
                  <a:prstClr val="black"/>
                </a:solidFill>
                <a:latin typeface="Arial"/>
                <a:cs typeface="Arial"/>
              </a:rPr>
              <a:t>dd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543" spc="-14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1543" spc="-14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543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95809" y="2179754"/>
            <a:ext cx="451245" cy="451245"/>
            <a:chOff x="5897415" y="2401765"/>
            <a:chExt cx="497205" cy="497205"/>
          </a:xfrm>
        </p:grpSpPr>
        <p:sp>
          <p:nvSpPr>
            <p:cNvPr id="9" name="object 9"/>
            <p:cNvSpPr/>
            <p:nvPr/>
          </p:nvSpPr>
          <p:spPr>
            <a:xfrm>
              <a:off x="5904128" y="2408478"/>
              <a:ext cx="483234" cy="483870"/>
            </a:xfrm>
            <a:custGeom>
              <a:avLst/>
              <a:gdLst/>
              <a:ahLst/>
              <a:cxnLst/>
              <a:rect l="l" t="t" r="r" b="b"/>
              <a:pathLst>
                <a:path w="483235" h="483869">
                  <a:moveTo>
                    <a:pt x="241617" y="0"/>
                  </a:moveTo>
                  <a:lnTo>
                    <a:pt x="192920" y="4911"/>
                  </a:lnTo>
                  <a:lnTo>
                    <a:pt x="147564" y="18996"/>
                  </a:lnTo>
                  <a:lnTo>
                    <a:pt x="106522" y="41284"/>
                  </a:lnTo>
                  <a:lnTo>
                    <a:pt x="70764" y="70802"/>
                  </a:lnTo>
                  <a:lnTo>
                    <a:pt x="41261" y="106578"/>
                  </a:lnTo>
                  <a:lnTo>
                    <a:pt x="18986" y="147639"/>
                  </a:lnTo>
                  <a:lnTo>
                    <a:pt x="4908" y="193015"/>
                  </a:lnTo>
                  <a:lnTo>
                    <a:pt x="0" y="241731"/>
                  </a:lnTo>
                  <a:lnTo>
                    <a:pt x="4908" y="290447"/>
                  </a:lnTo>
                  <a:lnTo>
                    <a:pt x="18986" y="335821"/>
                  </a:lnTo>
                  <a:lnTo>
                    <a:pt x="41261" y="376881"/>
                  </a:lnTo>
                  <a:lnTo>
                    <a:pt x="70764" y="412654"/>
                  </a:lnTo>
                  <a:lnTo>
                    <a:pt x="106522" y="442170"/>
                  </a:lnTo>
                  <a:lnTo>
                    <a:pt x="147564" y="464456"/>
                  </a:lnTo>
                  <a:lnTo>
                    <a:pt x="192920" y="478540"/>
                  </a:lnTo>
                  <a:lnTo>
                    <a:pt x="241617" y="483450"/>
                  </a:lnTo>
                  <a:lnTo>
                    <a:pt x="290311" y="478540"/>
                  </a:lnTo>
                  <a:lnTo>
                    <a:pt x="335664" y="464456"/>
                  </a:lnTo>
                  <a:lnTo>
                    <a:pt x="376706" y="442170"/>
                  </a:lnTo>
                  <a:lnTo>
                    <a:pt x="412465" y="412654"/>
                  </a:lnTo>
                  <a:lnTo>
                    <a:pt x="441969" y="376881"/>
                  </a:lnTo>
                  <a:lnTo>
                    <a:pt x="464247" y="335821"/>
                  </a:lnTo>
                  <a:lnTo>
                    <a:pt x="478326" y="290447"/>
                  </a:lnTo>
                  <a:lnTo>
                    <a:pt x="483235" y="241731"/>
                  </a:lnTo>
                  <a:lnTo>
                    <a:pt x="478326" y="193015"/>
                  </a:lnTo>
                  <a:lnTo>
                    <a:pt x="464247" y="147639"/>
                  </a:lnTo>
                  <a:lnTo>
                    <a:pt x="441969" y="106578"/>
                  </a:lnTo>
                  <a:lnTo>
                    <a:pt x="412465" y="70802"/>
                  </a:lnTo>
                  <a:lnTo>
                    <a:pt x="376706" y="41284"/>
                  </a:lnTo>
                  <a:lnTo>
                    <a:pt x="335664" y="18996"/>
                  </a:lnTo>
                  <a:lnTo>
                    <a:pt x="290311" y="4911"/>
                  </a:lnTo>
                  <a:lnTo>
                    <a:pt x="241617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904128" y="2408478"/>
              <a:ext cx="483234" cy="483870"/>
            </a:xfrm>
            <a:custGeom>
              <a:avLst/>
              <a:gdLst/>
              <a:ahLst/>
              <a:cxnLst/>
              <a:rect l="l" t="t" r="r" b="b"/>
              <a:pathLst>
                <a:path w="483235" h="483869">
                  <a:moveTo>
                    <a:pt x="0" y="241723"/>
                  </a:moveTo>
                  <a:lnTo>
                    <a:pt x="4908" y="193007"/>
                  </a:lnTo>
                  <a:lnTo>
                    <a:pt x="18987" y="147633"/>
                  </a:lnTo>
                  <a:lnTo>
                    <a:pt x="41264" y="106573"/>
                  </a:lnTo>
                  <a:lnTo>
                    <a:pt x="70768" y="70799"/>
                  </a:lnTo>
                  <a:lnTo>
                    <a:pt x="106527" y="41282"/>
                  </a:lnTo>
                  <a:lnTo>
                    <a:pt x="147569" y="18995"/>
                  </a:lnTo>
                  <a:lnTo>
                    <a:pt x="192923" y="4910"/>
                  </a:lnTo>
                  <a:lnTo>
                    <a:pt x="241617" y="0"/>
                  </a:lnTo>
                  <a:lnTo>
                    <a:pt x="290311" y="4910"/>
                  </a:lnTo>
                  <a:lnTo>
                    <a:pt x="335665" y="18995"/>
                  </a:lnTo>
                  <a:lnTo>
                    <a:pt x="376708" y="41282"/>
                  </a:lnTo>
                  <a:lnTo>
                    <a:pt x="412466" y="70799"/>
                  </a:lnTo>
                  <a:lnTo>
                    <a:pt x="441970" y="106573"/>
                  </a:lnTo>
                  <a:lnTo>
                    <a:pt x="464247" y="147633"/>
                  </a:lnTo>
                  <a:lnTo>
                    <a:pt x="478326" y="193007"/>
                  </a:lnTo>
                  <a:lnTo>
                    <a:pt x="483235" y="241723"/>
                  </a:lnTo>
                  <a:lnTo>
                    <a:pt x="478326" y="290438"/>
                  </a:lnTo>
                  <a:lnTo>
                    <a:pt x="464247" y="335812"/>
                  </a:lnTo>
                  <a:lnTo>
                    <a:pt x="441970" y="376872"/>
                  </a:lnTo>
                  <a:lnTo>
                    <a:pt x="412466" y="412647"/>
                  </a:lnTo>
                  <a:lnTo>
                    <a:pt x="376708" y="442163"/>
                  </a:lnTo>
                  <a:lnTo>
                    <a:pt x="335665" y="464450"/>
                  </a:lnTo>
                  <a:lnTo>
                    <a:pt x="290311" y="478535"/>
                  </a:lnTo>
                  <a:lnTo>
                    <a:pt x="241617" y="483446"/>
                  </a:lnTo>
                  <a:lnTo>
                    <a:pt x="192923" y="478535"/>
                  </a:lnTo>
                  <a:lnTo>
                    <a:pt x="147569" y="464450"/>
                  </a:lnTo>
                  <a:lnTo>
                    <a:pt x="106527" y="442163"/>
                  </a:lnTo>
                  <a:lnTo>
                    <a:pt x="70768" y="412647"/>
                  </a:lnTo>
                  <a:lnTo>
                    <a:pt x="41264" y="376872"/>
                  </a:lnTo>
                  <a:lnTo>
                    <a:pt x="18987" y="335812"/>
                  </a:lnTo>
                  <a:lnTo>
                    <a:pt x="4908" y="290438"/>
                  </a:lnTo>
                  <a:lnTo>
                    <a:pt x="0" y="241723"/>
                  </a:lnTo>
                  <a:close/>
                </a:path>
              </a:pathLst>
            </a:custGeom>
            <a:ln w="13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26705" y="2220253"/>
            <a:ext cx="390157" cy="36083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34580" defTabSz="829909">
              <a:spcBef>
                <a:spcPts val="91"/>
              </a:spcBef>
              <a:defRPr/>
            </a:pPr>
            <a:r>
              <a:rPr sz="2269" spc="9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14" spc="14" baseline="-16339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endParaRPr sz="2314" baseline="-16339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72941" y="2179754"/>
            <a:ext cx="451245" cy="451245"/>
            <a:chOff x="6863885" y="2401765"/>
            <a:chExt cx="497205" cy="497205"/>
          </a:xfrm>
        </p:grpSpPr>
        <p:sp>
          <p:nvSpPr>
            <p:cNvPr id="13" name="object 13"/>
            <p:cNvSpPr/>
            <p:nvPr/>
          </p:nvSpPr>
          <p:spPr>
            <a:xfrm>
              <a:off x="6870598" y="2408478"/>
              <a:ext cx="483234" cy="483870"/>
            </a:xfrm>
            <a:custGeom>
              <a:avLst/>
              <a:gdLst/>
              <a:ahLst/>
              <a:cxnLst/>
              <a:rect l="l" t="t" r="r" b="b"/>
              <a:pathLst>
                <a:path w="483234" h="483869">
                  <a:moveTo>
                    <a:pt x="241617" y="0"/>
                  </a:moveTo>
                  <a:lnTo>
                    <a:pt x="192920" y="4911"/>
                  </a:lnTo>
                  <a:lnTo>
                    <a:pt x="147564" y="18996"/>
                  </a:lnTo>
                  <a:lnTo>
                    <a:pt x="106522" y="41284"/>
                  </a:lnTo>
                  <a:lnTo>
                    <a:pt x="70764" y="70802"/>
                  </a:lnTo>
                  <a:lnTo>
                    <a:pt x="41261" y="106578"/>
                  </a:lnTo>
                  <a:lnTo>
                    <a:pt x="18986" y="147639"/>
                  </a:lnTo>
                  <a:lnTo>
                    <a:pt x="4908" y="193015"/>
                  </a:lnTo>
                  <a:lnTo>
                    <a:pt x="0" y="241731"/>
                  </a:lnTo>
                  <a:lnTo>
                    <a:pt x="4908" y="290447"/>
                  </a:lnTo>
                  <a:lnTo>
                    <a:pt x="18986" y="335821"/>
                  </a:lnTo>
                  <a:lnTo>
                    <a:pt x="41261" y="376881"/>
                  </a:lnTo>
                  <a:lnTo>
                    <a:pt x="70764" y="412654"/>
                  </a:lnTo>
                  <a:lnTo>
                    <a:pt x="106522" y="442170"/>
                  </a:lnTo>
                  <a:lnTo>
                    <a:pt x="147564" y="464456"/>
                  </a:lnTo>
                  <a:lnTo>
                    <a:pt x="192920" y="478540"/>
                  </a:lnTo>
                  <a:lnTo>
                    <a:pt x="241617" y="483450"/>
                  </a:lnTo>
                  <a:lnTo>
                    <a:pt x="290311" y="478540"/>
                  </a:lnTo>
                  <a:lnTo>
                    <a:pt x="335664" y="464456"/>
                  </a:lnTo>
                  <a:lnTo>
                    <a:pt x="376706" y="442170"/>
                  </a:lnTo>
                  <a:lnTo>
                    <a:pt x="412465" y="412654"/>
                  </a:lnTo>
                  <a:lnTo>
                    <a:pt x="441969" y="376881"/>
                  </a:lnTo>
                  <a:lnTo>
                    <a:pt x="464247" y="335821"/>
                  </a:lnTo>
                  <a:lnTo>
                    <a:pt x="478326" y="290447"/>
                  </a:lnTo>
                  <a:lnTo>
                    <a:pt x="483235" y="241731"/>
                  </a:lnTo>
                  <a:lnTo>
                    <a:pt x="478326" y="193015"/>
                  </a:lnTo>
                  <a:lnTo>
                    <a:pt x="464247" y="147639"/>
                  </a:lnTo>
                  <a:lnTo>
                    <a:pt x="441969" y="106578"/>
                  </a:lnTo>
                  <a:lnTo>
                    <a:pt x="412465" y="70802"/>
                  </a:lnTo>
                  <a:lnTo>
                    <a:pt x="376706" y="41284"/>
                  </a:lnTo>
                  <a:lnTo>
                    <a:pt x="335664" y="18996"/>
                  </a:lnTo>
                  <a:lnTo>
                    <a:pt x="290311" y="4911"/>
                  </a:lnTo>
                  <a:lnTo>
                    <a:pt x="241617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6870598" y="2408478"/>
              <a:ext cx="483234" cy="483870"/>
            </a:xfrm>
            <a:custGeom>
              <a:avLst/>
              <a:gdLst/>
              <a:ahLst/>
              <a:cxnLst/>
              <a:rect l="l" t="t" r="r" b="b"/>
              <a:pathLst>
                <a:path w="483234" h="483869">
                  <a:moveTo>
                    <a:pt x="0" y="241723"/>
                  </a:moveTo>
                  <a:lnTo>
                    <a:pt x="4908" y="193007"/>
                  </a:lnTo>
                  <a:lnTo>
                    <a:pt x="18987" y="147633"/>
                  </a:lnTo>
                  <a:lnTo>
                    <a:pt x="41264" y="106573"/>
                  </a:lnTo>
                  <a:lnTo>
                    <a:pt x="70768" y="70799"/>
                  </a:lnTo>
                  <a:lnTo>
                    <a:pt x="106527" y="41282"/>
                  </a:lnTo>
                  <a:lnTo>
                    <a:pt x="147569" y="18995"/>
                  </a:lnTo>
                  <a:lnTo>
                    <a:pt x="192923" y="4910"/>
                  </a:lnTo>
                  <a:lnTo>
                    <a:pt x="241617" y="0"/>
                  </a:lnTo>
                  <a:lnTo>
                    <a:pt x="290311" y="4910"/>
                  </a:lnTo>
                  <a:lnTo>
                    <a:pt x="335665" y="18995"/>
                  </a:lnTo>
                  <a:lnTo>
                    <a:pt x="376708" y="41282"/>
                  </a:lnTo>
                  <a:lnTo>
                    <a:pt x="412466" y="70799"/>
                  </a:lnTo>
                  <a:lnTo>
                    <a:pt x="441970" y="106573"/>
                  </a:lnTo>
                  <a:lnTo>
                    <a:pt x="464247" y="147633"/>
                  </a:lnTo>
                  <a:lnTo>
                    <a:pt x="478326" y="193007"/>
                  </a:lnTo>
                  <a:lnTo>
                    <a:pt x="483235" y="241723"/>
                  </a:lnTo>
                  <a:lnTo>
                    <a:pt x="478326" y="290438"/>
                  </a:lnTo>
                  <a:lnTo>
                    <a:pt x="464247" y="335812"/>
                  </a:lnTo>
                  <a:lnTo>
                    <a:pt x="441970" y="376872"/>
                  </a:lnTo>
                  <a:lnTo>
                    <a:pt x="412466" y="412647"/>
                  </a:lnTo>
                  <a:lnTo>
                    <a:pt x="376708" y="442163"/>
                  </a:lnTo>
                  <a:lnTo>
                    <a:pt x="335665" y="464450"/>
                  </a:lnTo>
                  <a:lnTo>
                    <a:pt x="290311" y="478535"/>
                  </a:lnTo>
                  <a:lnTo>
                    <a:pt x="241617" y="483446"/>
                  </a:lnTo>
                  <a:lnTo>
                    <a:pt x="192923" y="478535"/>
                  </a:lnTo>
                  <a:lnTo>
                    <a:pt x="147569" y="464450"/>
                  </a:lnTo>
                  <a:lnTo>
                    <a:pt x="106527" y="442163"/>
                  </a:lnTo>
                  <a:lnTo>
                    <a:pt x="70768" y="412647"/>
                  </a:lnTo>
                  <a:lnTo>
                    <a:pt x="41264" y="376872"/>
                  </a:lnTo>
                  <a:lnTo>
                    <a:pt x="18987" y="335812"/>
                  </a:lnTo>
                  <a:lnTo>
                    <a:pt x="4908" y="290438"/>
                  </a:lnTo>
                  <a:lnTo>
                    <a:pt x="0" y="241723"/>
                  </a:lnTo>
                  <a:close/>
                </a:path>
              </a:pathLst>
            </a:custGeom>
            <a:ln w="13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300292" y="2179754"/>
            <a:ext cx="451245" cy="451245"/>
            <a:chOff x="8877355" y="2401765"/>
            <a:chExt cx="497205" cy="497205"/>
          </a:xfrm>
        </p:grpSpPr>
        <p:sp>
          <p:nvSpPr>
            <p:cNvPr id="16" name="object 16"/>
            <p:cNvSpPr/>
            <p:nvPr/>
          </p:nvSpPr>
          <p:spPr>
            <a:xfrm>
              <a:off x="8884068" y="2408478"/>
              <a:ext cx="483234" cy="483870"/>
            </a:xfrm>
            <a:custGeom>
              <a:avLst/>
              <a:gdLst/>
              <a:ahLst/>
              <a:cxnLst/>
              <a:rect l="l" t="t" r="r" b="b"/>
              <a:pathLst>
                <a:path w="483234" h="483869">
                  <a:moveTo>
                    <a:pt x="241617" y="0"/>
                  </a:moveTo>
                  <a:lnTo>
                    <a:pt x="192923" y="4911"/>
                  </a:lnTo>
                  <a:lnTo>
                    <a:pt x="147570" y="18996"/>
                  </a:lnTo>
                  <a:lnTo>
                    <a:pt x="106528" y="41284"/>
                  </a:lnTo>
                  <a:lnTo>
                    <a:pt x="70769" y="70802"/>
                  </a:lnTo>
                  <a:lnTo>
                    <a:pt x="41265" y="106578"/>
                  </a:lnTo>
                  <a:lnTo>
                    <a:pt x="18987" y="147639"/>
                  </a:lnTo>
                  <a:lnTo>
                    <a:pt x="4908" y="193015"/>
                  </a:lnTo>
                  <a:lnTo>
                    <a:pt x="0" y="241731"/>
                  </a:lnTo>
                  <a:lnTo>
                    <a:pt x="4908" y="290447"/>
                  </a:lnTo>
                  <a:lnTo>
                    <a:pt x="18987" y="335821"/>
                  </a:lnTo>
                  <a:lnTo>
                    <a:pt x="41265" y="376881"/>
                  </a:lnTo>
                  <a:lnTo>
                    <a:pt x="70769" y="412654"/>
                  </a:lnTo>
                  <a:lnTo>
                    <a:pt x="106528" y="442170"/>
                  </a:lnTo>
                  <a:lnTo>
                    <a:pt x="147570" y="464456"/>
                  </a:lnTo>
                  <a:lnTo>
                    <a:pt x="192923" y="478540"/>
                  </a:lnTo>
                  <a:lnTo>
                    <a:pt x="241617" y="483450"/>
                  </a:lnTo>
                  <a:lnTo>
                    <a:pt x="290314" y="478540"/>
                  </a:lnTo>
                  <a:lnTo>
                    <a:pt x="335670" y="464456"/>
                  </a:lnTo>
                  <a:lnTo>
                    <a:pt x="376712" y="442170"/>
                  </a:lnTo>
                  <a:lnTo>
                    <a:pt x="412470" y="412654"/>
                  </a:lnTo>
                  <a:lnTo>
                    <a:pt x="441973" y="376881"/>
                  </a:lnTo>
                  <a:lnTo>
                    <a:pt x="464248" y="335821"/>
                  </a:lnTo>
                  <a:lnTo>
                    <a:pt x="478326" y="290447"/>
                  </a:lnTo>
                  <a:lnTo>
                    <a:pt x="483234" y="241731"/>
                  </a:lnTo>
                  <a:lnTo>
                    <a:pt x="478326" y="193015"/>
                  </a:lnTo>
                  <a:lnTo>
                    <a:pt x="464248" y="147639"/>
                  </a:lnTo>
                  <a:lnTo>
                    <a:pt x="441973" y="106578"/>
                  </a:lnTo>
                  <a:lnTo>
                    <a:pt x="412470" y="70802"/>
                  </a:lnTo>
                  <a:lnTo>
                    <a:pt x="376712" y="41284"/>
                  </a:lnTo>
                  <a:lnTo>
                    <a:pt x="335670" y="18996"/>
                  </a:lnTo>
                  <a:lnTo>
                    <a:pt x="290314" y="4911"/>
                  </a:lnTo>
                  <a:lnTo>
                    <a:pt x="241617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884068" y="2408478"/>
              <a:ext cx="483234" cy="483870"/>
            </a:xfrm>
            <a:custGeom>
              <a:avLst/>
              <a:gdLst/>
              <a:ahLst/>
              <a:cxnLst/>
              <a:rect l="l" t="t" r="r" b="b"/>
              <a:pathLst>
                <a:path w="483234" h="483869">
                  <a:moveTo>
                    <a:pt x="0" y="241723"/>
                  </a:moveTo>
                  <a:lnTo>
                    <a:pt x="4908" y="193007"/>
                  </a:lnTo>
                  <a:lnTo>
                    <a:pt x="18987" y="147633"/>
                  </a:lnTo>
                  <a:lnTo>
                    <a:pt x="41264" y="106573"/>
                  </a:lnTo>
                  <a:lnTo>
                    <a:pt x="70768" y="70799"/>
                  </a:lnTo>
                  <a:lnTo>
                    <a:pt x="106527" y="41282"/>
                  </a:lnTo>
                  <a:lnTo>
                    <a:pt x="147569" y="18995"/>
                  </a:lnTo>
                  <a:lnTo>
                    <a:pt x="192923" y="4910"/>
                  </a:lnTo>
                  <a:lnTo>
                    <a:pt x="241617" y="0"/>
                  </a:lnTo>
                  <a:lnTo>
                    <a:pt x="290311" y="4910"/>
                  </a:lnTo>
                  <a:lnTo>
                    <a:pt x="335665" y="18995"/>
                  </a:lnTo>
                  <a:lnTo>
                    <a:pt x="376708" y="41282"/>
                  </a:lnTo>
                  <a:lnTo>
                    <a:pt x="412466" y="70799"/>
                  </a:lnTo>
                  <a:lnTo>
                    <a:pt x="441970" y="106573"/>
                  </a:lnTo>
                  <a:lnTo>
                    <a:pt x="464247" y="147633"/>
                  </a:lnTo>
                  <a:lnTo>
                    <a:pt x="478326" y="193007"/>
                  </a:lnTo>
                  <a:lnTo>
                    <a:pt x="483235" y="241723"/>
                  </a:lnTo>
                  <a:lnTo>
                    <a:pt x="478326" y="290438"/>
                  </a:lnTo>
                  <a:lnTo>
                    <a:pt x="464247" y="335812"/>
                  </a:lnTo>
                  <a:lnTo>
                    <a:pt x="441970" y="376872"/>
                  </a:lnTo>
                  <a:lnTo>
                    <a:pt x="412466" y="412647"/>
                  </a:lnTo>
                  <a:lnTo>
                    <a:pt x="376708" y="442163"/>
                  </a:lnTo>
                  <a:lnTo>
                    <a:pt x="335665" y="464450"/>
                  </a:lnTo>
                  <a:lnTo>
                    <a:pt x="290311" y="478535"/>
                  </a:lnTo>
                  <a:lnTo>
                    <a:pt x="241617" y="483446"/>
                  </a:lnTo>
                  <a:lnTo>
                    <a:pt x="192923" y="478535"/>
                  </a:lnTo>
                  <a:lnTo>
                    <a:pt x="147569" y="464450"/>
                  </a:lnTo>
                  <a:lnTo>
                    <a:pt x="106527" y="442163"/>
                  </a:lnTo>
                  <a:lnTo>
                    <a:pt x="70768" y="412647"/>
                  </a:lnTo>
                  <a:lnTo>
                    <a:pt x="41264" y="376872"/>
                  </a:lnTo>
                  <a:lnTo>
                    <a:pt x="18987" y="335812"/>
                  </a:lnTo>
                  <a:lnTo>
                    <a:pt x="4908" y="290438"/>
                  </a:lnTo>
                  <a:lnTo>
                    <a:pt x="0" y="241723"/>
                  </a:lnTo>
                  <a:close/>
                </a:path>
              </a:pathLst>
            </a:custGeom>
            <a:ln w="13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303423" y="2106628"/>
            <a:ext cx="3959775" cy="1322614"/>
            <a:chOff x="5575249" y="2321191"/>
            <a:chExt cx="4363085" cy="1457325"/>
          </a:xfrm>
        </p:grpSpPr>
        <p:sp>
          <p:nvSpPr>
            <p:cNvPr id="19" name="object 19"/>
            <p:cNvSpPr/>
            <p:nvPr/>
          </p:nvSpPr>
          <p:spPr>
            <a:xfrm>
              <a:off x="5575249" y="2321191"/>
              <a:ext cx="1179195" cy="722630"/>
            </a:xfrm>
            <a:custGeom>
              <a:avLst/>
              <a:gdLst/>
              <a:ahLst/>
              <a:cxnLst/>
              <a:rect l="l" t="t" r="r" b="b"/>
              <a:pathLst>
                <a:path w="1179195" h="722630">
                  <a:moveTo>
                    <a:pt x="13423" y="714743"/>
                  </a:moveTo>
                  <a:lnTo>
                    <a:pt x="0" y="718464"/>
                  </a:lnTo>
                  <a:lnTo>
                    <a:pt x="0" y="722172"/>
                  </a:lnTo>
                  <a:lnTo>
                    <a:pt x="13423" y="714743"/>
                  </a:lnTo>
                  <a:close/>
                </a:path>
                <a:path w="1179195" h="722630">
                  <a:moveTo>
                    <a:pt x="13423" y="687870"/>
                  </a:moveTo>
                  <a:lnTo>
                    <a:pt x="0" y="691591"/>
                  </a:lnTo>
                  <a:lnTo>
                    <a:pt x="0" y="695299"/>
                  </a:lnTo>
                  <a:lnTo>
                    <a:pt x="13423" y="687870"/>
                  </a:lnTo>
                  <a:close/>
                </a:path>
                <a:path w="1179195" h="722630">
                  <a:moveTo>
                    <a:pt x="13423" y="660996"/>
                  </a:moveTo>
                  <a:lnTo>
                    <a:pt x="0" y="664718"/>
                  </a:lnTo>
                  <a:lnTo>
                    <a:pt x="0" y="668426"/>
                  </a:lnTo>
                  <a:lnTo>
                    <a:pt x="13423" y="660996"/>
                  </a:lnTo>
                  <a:close/>
                </a:path>
                <a:path w="1179195" h="722630">
                  <a:moveTo>
                    <a:pt x="13423" y="634123"/>
                  </a:moveTo>
                  <a:lnTo>
                    <a:pt x="0" y="637844"/>
                  </a:lnTo>
                  <a:lnTo>
                    <a:pt x="0" y="641553"/>
                  </a:lnTo>
                  <a:lnTo>
                    <a:pt x="13423" y="634123"/>
                  </a:lnTo>
                  <a:close/>
                </a:path>
                <a:path w="1179195" h="722630">
                  <a:moveTo>
                    <a:pt x="13423" y="607250"/>
                  </a:moveTo>
                  <a:lnTo>
                    <a:pt x="0" y="610971"/>
                  </a:lnTo>
                  <a:lnTo>
                    <a:pt x="0" y="614680"/>
                  </a:lnTo>
                  <a:lnTo>
                    <a:pt x="13423" y="607250"/>
                  </a:lnTo>
                  <a:close/>
                </a:path>
                <a:path w="1179195" h="722630">
                  <a:moveTo>
                    <a:pt x="13423" y="580377"/>
                  </a:moveTo>
                  <a:lnTo>
                    <a:pt x="0" y="584098"/>
                  </a:lnTo>
                  <a:lnTo>
                    <a:pt x="0" y="587806"/>
                  </a:lnTo>
                  <a:lnTo>
                    <a:pt x="13423" y="580377"/>
                  </a:lnTo>
                  <a:close/>
                </a:path>
                <a:path w="1179195" h="722630">
                  <a:moveTo>
                    <a:pt x="13423" y="553504"/>
                  </a:moveTo>
                  <a:lnTo>
                    <a:pt x="0" y="557225"/>
                  </a:lnTo>
                  <a:lnTo>
                    <a:pt x="0" y="560933"/>
                  </a:lnTo>
                  <a:lnTo>
                    <a:pt x="13423" y="553504"/>
                  </a:lnTo>
                  <a:close/>
                </a:path>
                <a:path w="1179195" h="722630">
                  <a:moveTo>
                    <a:pt x="13423" y="526630"/>
                  </a:moveTo>
                  <a:lnTo>
                    <a:pt x="0" y="530364"/>
                  </a:lnTo>
                  <a:lnTo>
                    <a:pt x="0" y="534073"/>
                  </a:lnTo>
                  <a:lnTo>
                    <a:pt x="13423" y="526630"/>
                  </a:lnTo>
                  <a:close/>
                </a:path>
                <a:path w="1179195" h="722630">
                  <a:moveTo>
                    <a:pt x="13423" y="499770"/>
                  </a:moveTo>
                  <a:lnTo>
                    <a:pt x="0" y="503491"/>
                  </a:lnTo>
                  <a:lnTo>
                    <a:pt x="0" y="507199"/>
                  </a:lnTo>
                  <a:lnTo>
                    <a:pt x="13423" y="499770"/>
                  </a:lnTo>
                  <a:close/>
                </a:path>
                <a:path w="1179195" h="722630">
                  <a:moveTo>
                    <a:pt x="13423" y="472897"/>
                  </a:moveTo>
                  <a:lnTo>
                    <a:pt x="0" y="476618"/>
                  </a:lnTo>
                  <a:lnTo>
                    <a:pt x="0" y="480326"/>
                  </a:lnTo>
                  <a:lnTo>
                    <a:pt x="13423" y="472897"/>
                  </a:lnTo>
                  <a:close/>
                </a:path>
                <a:path w="1179195" h="722630">
                  <a:moveTo>
                    <a:pt x="13423" y="446024"/>
                  </a:moveTo>
                  <a:lnTo>
                    <a:pt x="0" y="449745"/>
                  </a:lnTo>
                  <a:lnTo>
                    <a:pt x="0" y="453453"/>
                  </a:lnTo>
                  <a:lnTo>
                    <a:pt x="13423" y="446024"/>
                  </a:lnTo>
                  <a:close/>
                </a:path>
                <a:path w="1179195" h="722630">
                  <a:moveTo>
                    <a:pt x="13423" y="419150"/>
                  </a:moveTo>
                  <a:lnTo>
                    <a:pt x="0" y="422871"/>
                  </a:lnTo>
                  <a:lnTo>
                    <a:pt x="0" y="426580"/>
                  </a:lnTo>
                  <a:lnTo>
                    <a:pt x="13423" y="419150"/>
                  </a:lnTo>
                  <a:close/>
                </a:path>
                <a:path w="1179195" h="722630">
                  <a:moveTo>
                    <a:pt x="13423" y="392277"/>
                  </a:moveTo>
                  <a:lnTo>
                    <a:pt x="0" y="395998"/>
                  </a:lnTo>
                  <a:lnTo>
                    <a:pt x="0" y="399707"/>
                  </a:lnTo>
                  <a:lnTo>
                    <a:pt x="13423" y="392277"/>
                  </a:lnTo>
                  <a:close/>
                </a:path>
                <a:path w="1179195" h="722630">
                  <a:moveTo>
                    <a:pt x="13423" y="365404"/>
                  </a:moveTo>
                  <a:lnTo>
                    <a:pt x="0" y="369125"/>
                  </a:lnTo>
                  <a:lnTo>
                    <a:pt x="0" y="372833"/>
                  </a:lnTo>
                  <a:lnTo>
                    <a:pt x="13423" y="365404"/>
                  </a:lnTo>
                  <a:close/>
                </a:path>
                <a:path w="1179195" h="722630">
                  <a:moveTo>
                    <a:pt x="13423" y="338531"/>
                  </a:moveTo>
                  <a:lnTo>
                    <a:pt x="0" y="342252"/>
                  </a:lnTo>
                  <a:lnTo>
                    <a:pt x="0" y="345960"/>
                  </a:lnTo>
                  <a:lnTo>
                    <a:pt x="13423" y="338531"/>
                  </a:lnTo>
                  <a:close/>
                </a:path>
                <a:path w="1179195" h="722630">
                  <a:moveTo>
                    <a:pt x="13423" y="311670"/>
                  </a:moveTo>
                  <a:lnTo>
                    <a:pt x="0" y="315391"/>
                  </a:lnTo>
                  <a:lnTo>
                    <a:pt x="0" y="319100"/>
                  </a:lnTo>
                  <a:lnTo>
                    <a:pt x="13423" y="311670"/>
                  </a:lnTo>
                  <a:close/>
                </a:path>
                <a:path w="1179195" h="722630">
                  <a:moveTo>
                    <a:pt x="13423" y="284797"/>
                  </a:moveTo>
                  <a:lnTo>
                    <a:pt x="0" y="288518"/>
                  </a:lnTo>
                  <a:lnTo>
                    <a:pt x="0" y="292227"/>
                  </a:lnTo>
                  <a:lnTo>
                    <a:pt x="13423" y="284797"/>
                  </a:lnTo>
                  <a:close/>
                </a:path>
                <a:path w="1179195" h="722630">
                  <a:moveTo>
                    <a:pt x="13423" y="257924"/>
                  </a:moveTo>
                  <a:lnTo>
                    <a:pt x="0" y="261645"/>
                  </a:lnTo>
                  <a:lnTo>
                    <a:pt x="0" y="265353"/>
                  </a:lnTo>
                  <a:lnTo>
                    <a:pt x="13423" y="257924"/>
                  </a:lnTo>
                  <a:close/>
                </a:path>
                <a:path w="1179195" h="722630">
                  <a:moveTo>
                    <a:pt x="13423" y="231051"/>
                  </a:moveTo>
                  <a:lnTo>
                    <a:pt x="0" y="234772"/>
                  </a:lnTo>
                  <a:lnTo>
                    <a:pt x="0" y="238480"/>
                  </a:lnTo>
                  <a:lnTo>
                    <a:pt x="13423" y="231051"/>
                  </a:lnTo>
                  <a:close/>
                </a:path>
                <a:path w="1179195" h="722630">
                  <a:moveTo>
                    <a:pt x="13423" y="204177"/>
                  </a:moveTo>
                  <a:lnTo>
                    <a:pt x="0" y="207899"/>
                  </a:lnTo>
                  <a:lnTo>
                    <a:pt x="0" y="211607"/>
                  </a:lnTo>
                  <a:lnTo>
                    <a:pt x="13423" y="204177"/>
                  </a:lnTo>
                  <a:close/>
                </a:path>
                <a:path w="1179195" h="722630">
                  <a:moveTo>
                    <a:pt x="13423" y="177304"/>
                  </a:moveTo>
                  <a:lnTo>
                    <a:pt x="0" y="181025"/>
                  </a:lnTo>
                  <a:lnTo>
                    <a:pt x="0" y="184734"/>
                  </a:lnTo>
                  <a:lnTo>
                    <a:pt x="13423" y="177304"/>
                  </a:lnTo>
                  <a:close/>
                </a:path>
                <a:path w="1179195" h="722630">
                  <a:moveTo>
                    <a:pt x="13423" y="150431"/>
                  </a:moveTo>
                  <a:lnTo>
                    <a:pt x="0" y="154152"/>
                  </a:lnTo>
                  <a:lnTo>
                    <a:pt x="0" y="157861"/>
                  </a:lnTo>
                  <a:lnTo>
                    <a:pt x="13423" y="150431"/>
                  </a:lnTo>
                  <a:close/>
                </a:path>
                <a:path w="1179195" h="722630">
                  <a:moveTo>
                    <a:pt x="13423" y="123558"/>
                  </a:moveTo>
                  <a:lnTo>
                    <a:pt x="0" y="127279"/>
                  </a:lnTo>
                  <a:lnTo>
                    <a:pt x="0" y="130987"/>
                  </a:lnTo>
                  <a:lnTo>
                    <a:pt x="13423" y="123558"/>
                  </a:lnTo>
                  <a:close/>
                </a:path>
                <a:path w="1179195" h="722630">
                  <a:moveTo>
                    <a:pt x="13423" y="96697"/>
                  </a:moveTo>
                  <a:lnTo>
                    <a:pt x="0" y="100418"/>
                  </a:lnTo>
                  <a:lnTo>
                    <a:pt x="0" y="104127"/>
                  </a:lnTo>
                  <a:lnTo>
                    <a:pt x="13423" y="96697"/>
                  </a:lnTo>
                  <a:close/>
                </a:path>
                <a:path w="1179195" h="722630">
                  <a:moveTo>
                    <a:pt x="13423" y="69824"/>
                  </a:moveTo>
                  <a:lnTo>
                    <a:pt x="0" y="73545"/>
                  </a:lnTo>
                  <a:lnTo>
                    <a:pt x="0" y="77254"/>
                  </a:lnTo>
                  <a:lnTo>
                    <a:pt x="13423" y="69824"/>
                  </a:lnTo>
                  <a:close/>
                </a:path>
                <a:path w="1179195" h="722630">
                  <a:moveTo>
                    <a:pt x="13423" y="42951"/>
                  </a:moveTo>
                  <a:lnTo>
                    <a:pt x="0" y="46672"/>
                  </a:lnTo>
                  <a:lnTo>
                    <a:pt x="0" y="50380"/>
                  </a:lnTo>
                  <a:lnTo>
                    <a:pt x="13423" y="42951"/>
                  </a:lnTo>
                  <a:close/>
                </a:path>
                <a:path w="1179195" h="722630">
                  <a:moveTo>
                    <a:pt x="13423" y="16078"/>
                  </a:moveTo>
                  <a:lnTo>
                    <a:pt x="0" y="19799"/>
                  </a:lnTo>
                  <a:lnTo>
                    <a:pt x="0" y="23507"/>
                  </a:lnTo>
                  <a:lnTo>
                    <a:pt x="13423" y="16078"/>
                  </a:lnTo>
                  <a:close/>
                </a:path>
                <a:path w="1179195" h="722630">
                  <a:moveTo>
                    <a:pt x="24218" y="13436"/>
                  </a:moveTo>
                  <a:lnTo>
                    <a:pt x="20497" y="0"/>
                  </a:lnTo>
                  <a:lnTo>
                    <a:pt x="16802" y="0"/>
                  </a:lnTo>
                  <a:lnTo>
                    <a:pt x="24218" y="13436"/>
                  </a:lnTo>
                  <a:close/>
                </a:path>
                <a:path w="1179195" h="722630">
                  <a:moveTo>
                    <a:pt x="51079" y="13436"/>
                  </a:moveTo>
                  <a:lnTo>
                    <a:pt x="47358" y="0"/>
                  </a:lnTo>
                  <a:lnTo>
                    <a:pt x="43649" y="0"/>
                  </a:lnTo>
                  <a:lnTo>
                    <a:pt x="51079" y="13436"/>
                  </a:lnTo>
                  <a:close/>
                </a:path>
                <a:path w="1179195" h="722630">
                  <a:moveTo>
                    <a:pt x="77939" y="13436"/>
                  </a:moveTo>
                  <a:lnTo>
                    <a:pt x="74218" y="0"/>
                  </a:lnTo>
                  <a:lnTo>
                    <a:pt x="70510" y="0"/>
                  </a:lnTo>
                  <a:lnTo>
                    <a:pt x="77939" y="13436"/>
                  </a:lnTo>
                  <a:close/>
                </a:path>
                <a:path w="1179195" h="722630">
                  <a:moveTo>
                    <a:pt x="104800" y="13436"/>
                  </a:moveTo>
                  <a:lnTo>
                    <a:pt x="101079" y="0"/>
                  </a:lnTo>
                  <a:lnTo>
                    <a:pt x="97370" y="0"/>
                  </a:lnTo>
                  <a:lnTo>
                    <a:pt x="104800" y="13436"/>
                  </a:lnTo>
                  <a:close/>
                </a:path>
                <a:path w="1179195" h="722630">
                  <a:moveTo>
                    <a:pt x="131660" y="13436"/>
                  </a:moveTo>
                  <a:lnTo>
                    <a:pt x="127939" y="0"/>
                  </a:lnTo>
                  <a:lnTo>
                    <a:pt x="124231" y="0"/>
                  </a:lnTo>
                  <a:lnTo>
                    <a:pt x="131660" y="13436"/>
                  </a:lnTo>
                  <a:close/>
                </a:path>
                <a:path w="1179195" h="722630">
                  <a:moveTo>
                    <a:pt x="158521" y="13436"/>
                  </a:moveTo>
                  <a:lnTo>
                    <a:pt x="154800" y="0"/>
                  </a:lnTo>
                  <a:lnTo>
                    <a:pt x="151091" y="0"/>
                  </a:lnTo>
                  <a:lnTo>
                    <a:pt x="158521" y="13436"/>
                  </a:lnTo>
                  <a:close/>
                </a:path>
                <a:path w="1179195" h="722630">
                  <a:moveTo>
                    <a:pt x="185381" y="13436"/>
                  </a:moveTo>
                  <a:lnTo>
                    <a:pt x="181660" y="0"/>
                  </a:lnTo>
                  <a:lnTo>
                    <a:pt x="177952" y="0"/>
                  </a:lnTo>
                  <a:lnTo>
                    <a:pt x="185381" y="13436"/>
                  </a:lnTo>
                  <a:close/>
                </a:path>
                <a:path w="1179195" h="722630">
                  <a:moveTo>
                    <a:pt x="212242" y="13436"/>
                  </a:moveTo>
                  <a:lnTo>
                    <a:pt x="208521" y="0"/>
                  </a:lnTo>
                  <a:lnTo>
                    <a:pt x="204812" y="0"/>
                  </a:lnTo>
                  <a:lnTo>
                    <a:pt x="212242" y="13436"/>
                  </a:lnTo>
                  <a:close/>
                </a:path>
                <a:path w="1179195" h="722630">
                  <a:moveTo>
                    <a:pt x="239102" y="13436"/>
                  </a:moveTo>
                  <a:lnTo>
                    <a:pt x="235381" y="0"/>
                  </a:lnTo>
                  <a:lnTo>
                    <a:pt x="231673" y="0"/>
                  </a:lnTo>
                  <a:lnTo>
                    <a:pt x="239102" y="13436"/>
                  </a:lnTo>
                  <a:close/>
                </a:path>
                <a:path w="1179195" h="722630">
                  <a:moveTo>
                    <a:pt x="265963" y="13436"/>
                  </a:moveTo>
                  <a:lnTo>
                    <a:pt x="262242" y="0"/>
                  </a:lnTo>
                  <a:lnTo>
                    <a:pt x="258533" y="0"/>
                  </a:lnTo>
                  <a:lnTo>
                    <a:pt x="265963" y="13436"/>
                  </a:lnTo>
                  <a:close/>
                </a:path>
                <a:path w="1179195" h="722630">
                  <a:moveTo>
                    <a:pt x="292823" y="13436"/>
                  </a:moveTo>
                  <a:lnTo>
                    <a:pt x="289102" y="0"/>
                  </a:lnTo>
                  <a:lnTo>
                    <a:pt x="285394" y="0"/>
                  </a:lnTo>
                  <a:lnTo>
                    <a:pt x="292823" y="13436"/>
                  </a:lnTo>
                  <a:close/>
                </a:path>
                <a:path w="1179195" h="722630">
                  <a:moveTo>
                    <a:pt x="319684" y="13436"/>
                  </a:moveTo>
                  <a:lnTo>
                    <a:pt x="315963" y="0"/>
                  </a:lnTo>
                  <a:lnTo>
                    <a:pt x="312254" y="0"/>
                  </a:lnTo>
                  <a:lnTo>
                    <a:pt x="319684" y="13436"/>
                  </a:lnTo>
                  <a:close/>
                </a:path>
                <a:path w="1179195" h="722630">
                  <a:moveTo>
                    <a:pt x="346544" y="13436"/>
                  </a:moveTo>
                  <a:lnTo>
                    <a:pt x="342823" y="0"/>
                  </a:lnTo>
                  <a:lnTo>
                    <a:pt x="339115" y="0"/>
                  </a:lnTo>
                  <a:lnTo>
                    <a:pt x="346544" y="13436"/>
                  </a:lnTo>
                  <a:close/>
                </a:path>
                <a:path w="1179195" h="722630">
                  <a:moveTo>
                    <a:pt x="373405" y="13436"/>
                  </a:moveTo>
                  <a:lnTo>
                    <a:pt x="369684" y="0"/>
                  </a:lnTo>
                  <a:lnTo>
                    <a:pt x="365975" y="0"/>
                  </a:lnTo>
                  <a:lnTo>
                    <a:pt x="373405" y="13436"/>
                  </a:lnTo>
                  <a:close/>
                </a:path>
                <a:path w="1179195" h="722630">
                  <a:moveTo>
                    <a:pt x="400265" y="13436"/>
                  </a:moveTo>
                  <a:lnTo>
                    <a:pt x="396544" y="0"/>
                  </a:lnTo>
                  <a:lnTo>
                    <a:pt x="392836" y="0"/>
                  </a:lnTo>
                  <a:lnTo>
                    <a:pt x="400265" y="13436"/>
                  </a:lnTo>
                  <a:close/>
                </a:path>
                <a:path w="1179195" h="722630">
                  <a:moveTo>
                    <a:pt x="427126" y="13436"/>
                  </a:moveTo>
                  <a:lnTo>
                    <a:pt x="423405" y="0"/>
                  </a:lnTo>
                  <a:lnTo>
                    <a:pt x="419696" y="0"/>
                  </a:lnTo>
                  <a:lnTo>
                    <a:pt x="427126" y="13436"/>
                  </a:lnTo>
                  <a:close/>
                </a:path>
                <a:path w="1179195" h="722630">
                  <a:moveTo>
                    <a:pt x="453974" y="13436"/>
                  </a:moveTo>
                  <a:lnTo>
                    <a:pt x="450265" y="0"/>
                  </a:lnTo>
                  <a:lnTo>
                    <a:pt x="446557" y="0"/>
                  </a:lnTo>
                  <a:lnTo>
                    <a:pt x="453974" y="13436"/>
                  </a:lnTo>
                  <a:close/>
                </a:path>
                <a:path w="1179195" h="722630">
                  <a:moveTo>
                    <a:pt x="480847" y="13436"/>
                  </a:moveTo>
                  <a:lnTo>
                    <a:pt x="477113" y="0"/>
                  </a:lnTo>
                  <a:lnTo>
                    <a:pt x="473417" y="0"/>
                  </a:lnTo>
                  <a:lnTo>
                    <a:pt x="480847" y="13436"/>
                  </a:lnTo>
                  <a:close/>
                </a:path>
                <a:path w="1179195" h="722630">
                  <a:moveTo>
                    <a:pt x="507695" y="13436"/>
                  </a:moveTo>
                  <a:lnTo>
                    <a:pt x="503986" y="0"/>
                  </a:lnTo>
                  <a:lnTo>
                    <a:pt x="500278" y="0"/>
                  </a:lnTo>
                  <a:lnTo>
                    <a:pt x="507695" y="13436"/>
                  </a:lnTo>
                  <a:close/>
                </a:path>
                <a:path w="1179195" h="722630">
                  <a:moveTo>
                    <a:pt x="534555" y="13436"/>
                  </a:moveTo>
                  <a:lnTo>
                    <a:pt x="530834" y="0"/>
                  </a:lnTo>
                  <a:lnTo>
                    <a:pt x="527138" y="0"/>
                  </a:lnTo>
                  <a:lnTo>
                    <a:pt x="534555" y="13436"/>
                  </a:lnTo>
                  <a:close/>
                </a:path>
                <a:path w="1179195" h="722630">
                  <a:moveTo>
                    <a:pt x="561416" y="13436"/>
                  </a:moveTo>
                  <a:lnTo>
                    <a:pt x="557695" y="0"/>
                  </a:lnTo>
                  <a:lnTo>
                    <a:pt x="553986" y="0"/>
                  </a:lnTo>
                  <a:lnTo>
                    <a:pt x="561416" y="13436"/>
                  </a:lnTo>
                  <a:close/>
                </a:path>
                <a:path w="1179195" h="722630">
                  <a:moveTo>
                    <a:pt x="588276" y="13436"/>
                  </a:moveTo>
                  <a:lnTo>
                    <a:pt x="584555" y="0"/>
                  </a:lnTo>
                  <a:lnTo>
                    <a:pt x="580847" y="0"/>
                  </a:lnTo>
                  <a:lnTo>
                    <a:pt x="588276" y="13436"/>
                  </a:lnTo>
                  <a:close/>
                </a:path>
                <a:path w="1179195" h="722630">
                  <a:moveTo>
                    <a:pt x="615137" y="13436"/>
                  </a:moveTo>
                  <a:lnTo>
                    <a:pt x="611416" y="0"/>
                  </a:lnTo>
                  <a:lnTo>
                    <a:pt x="607707" y="0"/>
                  </a:lnTo>
                  <a:lnTo>
                    <a:pt x="615137" y="13436"/>
                  </a:lnTo>
                  <a:close/>
                </a:path>
                <a:path w="1179195" h="722630">
                  <a:moveTo>
                    <a:pt x="641997" y="13436"/>
                  </a:moveTo>
                  <a:lnTo>
                    <a:pt x="638276" y="0"/>
                  </a:lnTo>
                  <a:lnTo>
                    <a:pt x="634568" y="0"/>
                  </a:lnTo>
                  <a:lnTo>
                    <a:pt x="641997" y="13436"/>
                  </a:lnTo>
                  <a:close/>
                </a:path>
                <a:path w="1179195" h="722630">
                  <a:moveTo>
                    <a:pt x="668858" y="13436"/>
                  </a:moveTo>
                  <a:lnTo>
                    <a:pt x="665137" y="0"/>
                  </a:lnTo>
                  <a:lnTo>
                    <a:pt x="661428" y="0"/>
                  </a:lnTo>
                  <a:lnTo>
                    <a:pt x="668858" y="13436"/>
                  </a:lnTo>
                  <a:close/>
                </a:path>
                <a:path w="1179195" h="722630">
                  <a:moveTo>
                    <a:pt x="695718" y="13436"/>
                  </a:moveTo>
                  <a:lnTo>
                    <a:pt x="691997" y="0"/>
                  </a:lnTo>
                  <a:lnTo>
                    <a:pt x="688289" y="0"/>
                  </a:lnTo>
                  <a:lnTo>
                    <a:pt x="695718" y="13436"/>
                  </a:lnTo>
                  <a:close/>
                </a:path>
                <a:path w="1179195" h="722630">
                  <a:moveTo>
                    <a:pt x="722579" y="13436"/>
                  </a:moveTo>
                  <a:lnTo>
                    <a:pt x="718858" y="0"/>
                  </a:lnTo>
                  <a:lnTo>
                    <a:pt x="715149" y="0"/>
                  </a:lnTo>
                  <a:lnTo>
                    <a:pt x="722579" y="13436"/>
                  </a:lnTo>
                  <a:close/>
                </a:path>
                <a:path w="1179195" h="722630">
                  <a:moveTo>
                    <a:pt x="749439" y="13436"/>
                  </a:moveTo>
                  <a:lnTo>
                    <a:pt x="745718" y="0"/>
                  </a:lnTo>
                  <a:lnTo>
                    <a:pt x="742010" y="0"/>
                  </a:lnTo>
                  <a:lnTo>
                    <a:pt x="749439" y="13436"/>
                  </a:lnTo>
                  <a:close/>
                </a:path>
                <a:path w="1179195" h="722630">
                  <a:moveTo>
                    <a:pt x="776300" y="13436"/>
                  </a:moveTo>
                  <a:lnTo>
                    <a:pt x="772579" y="0"/>
                  </a:lnTo>
                  <a:lnTo>
                    <a:pt x="768870" y="0"/>
                  </a:lnTo>
                  <a:lnTo>
                    <a:pt x="776300" y="13436"/>
                  </a:lnTo>
                  <a:close/>
                </a:path>
                <a:path w="1179195" h="722630">
                  <a:moveTo>
                    <a:pt x="803160" y="13436"/>
                  </a:moveTo>
                  <a:lnTo>
                    <a:pt x="799439" y="0"/>
                  </a:lnTo>
                  <a:lnTo>
                    <a:pt x="795731" y="0"/>
                  </a:lnTo>
                  <a:lnTo>
                    <a:pt x="803160" y="13436"/>
                  </a:lnTo>
                  <a:close/>
                </a:path>
                <a:path w="1179195" h="722630">
                  <a:moveTo>
                    <a:pt x="830021" y="13436"/>
                  </a:moveTo>
                  <a:lnTo>
                    <a:pt x="826300" y="0"/>
                  </a:lnTo>
                  <a:lnTo>
                    <a:pt x="822591" y="0"/>
                  </a:lnTo>
                  <a:lnTo>
                    <a:pt x="830021" y="13436"/>
                  </a:lnTo>
                  <a:close/>
                </a:path>
                <a:path w="1179195" h="722630">
                  <a:moveTo>
                    <a:pt x="856881" y="13436"/>
                  </a:moveTo>
                  <a:lnTo>
                    <a:pt x="853160" y="0"/>
                  </a:lnTo>
                  <a:lnTo>
                    <a:pt x="849452" y="0"/>
                  </a:lnTo>
                  <a:lnTo>
                    <a:pt x="856881" y="13436"/>
                  </a:lnTo>
                  <a:close/>
                </a:path>
                <a:path w="1179195" h="722630">
                  <a:moveTo>
                    <a:pt x="883742" y="13436"/>
                  </a:moveTo>
                  <a:lnTo>
                    <a:pt x="880021" y="0"/>
                  </a:lnTo>
                  <a:lnTo>
                    <a:pt x="876312" y="0"/>
                  </a:lnTo>
                  <a:lnTo>
                    <a:pt x="883742" y="13436"/>
                  </a:lnTo>
                  <a:close/>
                </a:path>
                <a:path w="1179195" h="722630">
                  <a:moveTo>
                    <a:pt x="910602" y="13436"/>
                  </a:moveTo>
                  <a:lnTo>
                    <a:pt x="906881" y="0"/>
                  </a:lnTo>
                  <a:lnTo>
                    <a:pt x="903173" y="0"/>
                  </a:lnTo>
                  <a:lnTo>
                    <a:pt x="910602" y="13436"/>
                  </a:lnTo>
                  <a:close/>
                </a:path>
                <a:path w="1179195" h="722630">
                  <a:moveTo>
                    <a:pt x="937450" y="13436"/>
                  </a:moveTo>
                  <a:lnTo>
                    <a:pt x="933742" y="0"/>
                  </a:lnTo>
                  <a:lnTo>
                    <a:pt x="930033" y="0"/>
                  </a:lnTo>
                  <a:lnTo>
                    <a:pt x="937450" y="13436"/>
                  </a:lnTo>
                  <a:close/>
                </a:path>
                <a:path w="1179195" h="722630">
                  <a:moveTo>
                    <a:pt x="964311" y="13436"/>
                  </a:moveTo>
                  <a:lnTo>
                    <a:pt x="960602" y="0"/>
                  </a:lnTo>
                  <a:lnTo>
                    <a:pt x="956894" y="0"/>
                  </a:lnTo>
                  <a:lnTo>
                    <a:pt x="964311" y="13436"/>
                  </a:lnTo>
                  <a:close/>
                </a:path>
                <a:path w="1179195" h="722630">
                  <a:moveTo>
                    <a:pt x="991171" y="13436"/>
                  </a:moveTo>
                  <a:lnTo>
                    <a:pt x="987450" y="0"/>
                  </a:lnTo>
                  <a:lnTo>
                    <a:pt x="983754" y="0"/>
                  </a:lnTo>
                  <a:lnTo>
                    <a:pt x="991171" y="13436"/>
                  </a:lnTo>
                  <a:close/>
                </a:path>
                <a:path w="1179195" h="722630">
                  <a:moveTo>
                    <a:pt x="1018019" y="13436"/>
                  </a:moveTo>
                  <a:lnTo>
                    <a:pt x="1014310" y="0"/>
                  </a:lnTo>
                  <a:lnTo>
                    <a:pt x="1010615" y="0"/>
                  </a:lnTo>
                  <a:lnTo>
                    <a:pt x="1018019" y="13436"/>
                  </a:lnTo>
                  <a:close/>
                </a:path>
                <a:path w="1179195" h="722630">
                  <a:moveTo>
                    <a:pt x="1044879" y="13436"/>
                  </a:moveTo>
                  <a:lnTo>
                    <a:pt x="1041158" y="0"/>
                  </a:lnTo>
                  <a:lnTo>
                    <a:pt x="1037475" y="0"/>
                  </a:lnTo>
                  <a:lnTo>
                    <a:pt x="1044879" y="13436"/>
                  </a:lnTo>
                  <a:close/>
                </a:path>
                <a:path w="1179195" h="722630">
                  <a:moveTo>
                    <a:pt x="1071740" y="13436"/>
                  </a:moveTo>
                  <a:lnTo>
                    <a:pt x="1068019" y="0"/>
                  </a:lnTo>
                  <a:lnTo>
                    <a:pt x="1064323" y="0"/>
                  </a:lnTo>
                  <a:lnTo>
                    <a:pt x="1071740" y="13436"/>
                  </a:lnTo>
                  <a:close/>
                </a:path>
                <a:path w="1179195" h="722630">
                  <a:moveTo>
                    <a:pt x="1098613" y="13436"/>
                  </a:moveTo>
                  <a:lnTo>
                    <a:pt x="1094892" y="0"/>
                  </a:lnTo>
                  <a:lnTo>
                    <a:pt x="1091184" y="0"/>
                  </a:lnTo>
                  <a:lnTo>
                    <a:pt x="1098613" y="13436"/>
                  </a:lnTo>
                  <a:close/>
                </a:path>
                <a:path w="1179195" h="722630">
                  <a:moveTo>
                    <a:pt x="1125474" y="13436"/>
                  </a:moveTo>
                  <a:lnTo>
                    <a:pt x="1121752" y="0"/>
                  </a:lnTo>
                  <a:lnTo>
                    <a:pt x="1118044" y="0"/>
                  </a:lnTo>
                  <a:lnTo>
                    <a:pt x="1125474" y="13436"/>
                  </a:lnTo>
                  <a:close/>
                </a:path>
                <a:path w="1179195" h="722630">
                  <a:moveTo>
                    <a:pt x="1152334" y="13436"/>
                  </a:moveTo>
                  <a:lnTo>
                    <a:pt x="1148613" y="0"/>
                  </a:lnTo>
                  <a:lnTo>
                    <a:pt x="1144905" y="0"/>
                  </a:lnTo>
                  <a:lnTo>
                    <a:pt x="1152334" y="13436"/>
                  </a:lnTo>
                  <a:close/>
                </a:path>
                <a:path w="1179195" h="722630">
                  <a:moveTo>
                    <a:pt x="1179195" y="13436"/>
                  </a:moveTo>
                  <a:lnTo>
                    <a:pt x="1175473" y="0"/>
                  </a:lnTo>
                  <a:lnTo>
                    <a:pt x="1171765" y="0"/>
                  </a:lnTo>
                  <a:lnTo>
                    <a:pt x="1179195" y="13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6747015" y="2321191"/>
              <a:ext cx="1887855" cy="13970"/>
            </a:xfrm>
            <a:custGeom>
              <a:avLst/>
              <a:gdLst/>
              <a:ahLst/>
              <a:cxnLst/>
              <a:rect l="l" t="t" r="r" b="b"/>
              <a:pathLst>
                <a:path w="1887854" h="13969">
                  <a:moveTo>
                    <a:pt x="7429" y="13436"/>
                  </a:moveTo>
                  <a:lnTo>
                    <a:pt x="3708" y="0"/>
                  </a:lnTo>
                  <a:lnTo>
                    <a:pt x="0" y="0"/>
                  </a:lnTo>
                  <a:lnTo>
                    <a:pt x="7429" y="13436"/>
                  </a:lnTo>
                  <a:close/>
                </a:path>
                <a:path w="1887854" h="13969">
                  <a:moveTo>
                    <a:pt x="34290" y="13436"/>
                  </a:moveTo>
                  <a:lnTo>
                    <a:pt x="30568" y="0"/>
                  </a:lnTo>
                  <a:lnTo>
                    <a:pt x="26860" y="0"/>
                  </a:lnTo>
                  <a:lnTo>
                    <a:pt x="34290" y="13436"/>
                  </a:lnTo>
                  <a:close/>
                </a:path>
                <a:path w="1887854" h="13969">
                  <a:moveTo>
                    <a:pt x="61150" y="13436"/>
                  </a:moveTo>
                  <a:lnTo>
                    <a:pt x="57429" y="0"/>
                  </a:lnTo>
                  <a:lnTo>
                    <a:pt x="53721" y="0"/>
                  </a:lnTo>
                  <a:lnTo>
                    <a:pt x="61150" y="13436"/>
                  </a:lnTo>
                  <a:close/>
                </a:path>
                <a:path w="1887854" h="13969">
                  <a:moveTo>
                    <a:pt x="88011" y="13436"/>
                  </a:moveTo>
                  <a:lnTo>
                    <a:pt x="84289" y="0"/>
                  </a:lnTo>
                  <a:lnTo>
                    <a:pt x="80581" y="0"/>
                  </a:lnTo>
                  <a:lnTo>
                    <a:pt x="88011" y="13436"/>
                  </a:lnTo>
                  <a:close/>
                </a:path>
                <a:path w="1887854" h="13969">
                  <a:moveTo>
                    <a:pt x="114871" y="13436"/>
                  </a:moveTo>
                  <a:lnTo>
                    <a:pt x="111150" y="0"/>
                  </a:lnTo>
                  <a:lnTo>
                    <a:pt x="107442" y="0"/>
                  </a:lnTo>
                  <a:lnTo>
                    <a:pt x="114871" y="13436"/>
                  </a:lnTo>
                  <a:close/>
                </a:path>
                <a:path w="1887854" h="13969">
                  <a:moveTo>
                    <a:pt x="141732" y="13436"/>
                  </a:moveTo>
                  <a:lnTo>
                    <a:pt x="138010" y="0"/>
                  </a:lnTo>
                  <a:lnTo>
                    <a:pt x="134302" y="0"/>
                  </a:lnTo>
                  <a:lnTo>
                    <a:pt x="141732" y="13436"/>
                  </a:lnTo>
                  <a:close/>
                </a:path>
                <a:path w="1887854" h="13969">
                  <a:moveTo>
                    <a:pt x="168592" y="13436"/>
                  </a:moveTo>
                  <a:lnTo>
                    <a:pt x="164871" y="0"/>
                  </a:lnTo>
                  <a:lnTo>
                    <a:pt x="161163" y="0"/>
                  </a:lnTo>
                  <a:lnTo>
                    <a:pt x="168592" y="13436"/>
                  </a:lnTo>
                  <a:close/>
                </a:path>
                <a:path w="1887854" h="13969">
                  <a:moveTo>
                    <a:pt x="195453" y="13436"/>
                  </a:moveTo>
                  <a:lnTo>
                    <a:pt x="191731" y="0"/>
                  </a:lnTo>
                  <a:lnTo>
                    <a:pt x="188023" y="0"/>
                  </a:lnTo>
                  <a:lnTo>
                    <a:pt x="195453" y="13436"/>
                  </a:lnTo>
                  <a:close/>
                </a:path>
                <a:path w="1887854" h="13969">
                  <a:moveTo>
                    <a:pt x="222313" y="13436"/>
                  </a:moveTo>
                  <a:lnTo>
                    <a:pt x="218592" y="0"/>
                  </a:lnTo>
                  <a:lnTo>
                    <a:pt x="214884" y="0"/>
                  </a:lnTo>
                  <a:lnTo>
                    <a:pt x="222313" y="13436"/>
                  </a:lnTo>
                  <a:close/>
                </a:path>
                <a:path w="1887854" h="13969">
                  <a:moveTo>
                    <a:pt x="249174" y="13436"/>
                  </a:moveTo>
                  <a:lnTo>
                    <a:pt x="245452" y="0"/>
                  </a:lnTo>
                  <a:lnTo>
                    <a:pt x="241744" y="0"/>
                  </a:lnTo>
                  <a:lnTo>
                    <a:pt x="249174" y="13436"/>
                  </a:lnTo>
                  <a:close/>
                </a:path>
                <a:path w="1887854" h="13969">
                  <a:moveTo>
                    <a:pt x="276021" y="13436"/>
                  </a:moveTo>
                  <a:lnTo>
                    <a:pt x="272313" y="0"/>
                  </a:lnTo>
                  <a:lnTo>
                    <a:pt x="268605" y="0"/>
                  </a:lnTo>
                  <a:lnTo>
                    <a:pt x="276021" y="13436"/>
                  </a:lnTo>
                  <a:close/>
                </a:path>
                <a:path w="1887854" h="13969">
                  <a:moveTo>
                    <a:pt x="302882" y="13436"/>
                  </a:moveTo>
                  <a:lnTo>
                    <a:pt x="299173" y="0"/>
                  </a:lnTo>
                  <a:lnTo>
                    <a:pt x="295465" y="0"/>
                  </a:lnTo>
                  <a:lnTo>
                    <a:pt x="302882" y="13436"/>
                  </a:lnTo>
                  <a:close/>
                </a:path>
                <a:path w="1887854" h="13969">
                  <a:moveTo>
                    <a:pt x="329742" y="13436"/>
                  </a:moveTo>
                  <a:lnTo>
                    <a:pt x="326021" y="0"/>
                  </a:lnTo>
                  <a:lnTo>
                    <a:pt x="322326" y="0"/>
                  </a:lnTo>
                  <a:lnTo>
                    <a:pt x="329742" y="13436"/>
                  </a:lnTo>
                  <a:close/>
                </a:path>
                <a:path w="1887854" h="13969">
                  <a:moveTo>
                    <a:pt x="356603" y="13436"/>
                  </a:moveTo>
                  <a:lnTo>
                    <a:pt x="352882" y="0"/>
                  </a:lnTo>
                  <a:lnTo>
                    <a:pt x="349186" y="0"/>
                  </a:lnTo>
                  <a:lnTo>
                    <a:pt x="356603" y="13436"/>
                  </a:lnTo>
                  <a:close/>
                </a:path>
                <a:path w="1887854" h="13969">
                  <a:moveTo>
                    <a:pt x="383463" y="13436"/>
                  </a:moveTo>
                  <a:lnTo>
                    <a:pt x="379742" y="0"/>
                  </a:lnTo>
                  <a:lnTo>
                    <a:pt x="376034" y="0"/>
                  </a:lnTo>
                  <a:lnTo>
                    <a:pt x="383463" y="13436"/>
                  </a:lnTo>
                  <a:close/>
                </a:path>
                <a:path w="1887854" h="13969">
                  <a:moveTo>
                    <a:pt x="410324" y="13436"/>
                  </a:moveTo>
                  <a:lnTo>
                    <a:pt x="406603" y="0"/>
                  </a:lnTo>
                  <a:lnTo>
                    <a:pt x="402894" y="0"/>
                  </a:lnTo>
                  <a:lnTo>
                    <a:pt x="410324" y="13436"/>
                  </a:lnTo>
                  <a:close/>
                </a:path>
                <a:path w="1887854" h="13969">
                  <a:moveTo>
                    <a:pt x="437184" y="13436"/>
                  </a:moveTo>
                  <a:lnTo>
                    <a:pt x="433463" y="0"/>
                  </a:lnTo>
                  <a:lnTo>
                    <a:pt x="429755" y="0"/>
                  </a:lnTo>
                  <a:lnTo>
                    <a:pt x="437184" y="13436"/>
                  </a:lnTo>
                  <a:close/>
                </a:path>
                <a:path w="1887854" h="13969">
                  <a:moveTo>
                    <a:pt x="464045" y="13436"/>
                  </a:moveTo>
                  <a:lnTo>
                    <a:pt x="460324" y="0"/>
                  </a:lnTo>
                  <a:lnTo>
                    <a:pt x="456615" y="0"/>
                  </a:lnTo>
                  <a:lnTo>
                    <a:pt x="464045" y="13436"/>
                  </a:lnTo>
                  <a:close/>
                </a:path>
                <a:path w="1887854" h="13969">
                  <a:moveTo>
                    <a:pt x="490905" y="13436"/>
                  </a:moveTo>
                  <a:lnTo>
                    <a:pt x="487184" y="0"/>
                  </a:lnTo>
                  <a:lnTo>
                    <a:pt x="483476" y="0"/>
                  </a:lnTo>
                  <a:lnTo>
                    <a:pt x="490905" y="13436"/>
                  </a:lnTo>
                  <a:close/>
                </a:path>
                <a:path w="1887854" h="13969">
                  <a:moveTo>
                    <a:pt x="517766" y="13436"/>
                  </a:moveTo>
                  <a:lnTo>
                    <a:pt x="514045" y="0"/>
                  </a:lnTo>
                  <a:lnTo>
                    <a:pt x="510336" y="0"/>
                  </a:lnTo>
                  <a:lnTo>
                    <a:pt x="517766" y="13436"/>
                  </a:lnTo>
                  <a:close/>
                </a:path>
                <a:path w="1887854" h="13969">
                  <a:moveTo>
                    <a:pt x="544626" y="13436"/>
                  </a:moveTo>
                  <a:lnTo>
                    <a:pt x="540905" y="0"/>
                  </a:lnTo>
                  <a:lnTo>
                    <a:pt x="537197" y="0"/>
                  </a:lnTo>
                  <a:lnTo>
                    <a:pt x="544626" y="13436"/>
                  </a:lnTo>
                  <a:close/>
                </a:path>
                <a:path w="1887854" h="13969">
                  <a:moveTo>
                    <a:pt x="571487" y="13436"/>
                  </a:moveTo>
                  <a:lnTo>
                    <a:pt x="567766" y="0"/>
                  </a:lnTo>
                  <a:lnTo>
                    <a:pt x="564057" y="0"/>
                  </a:lnTo>
                  <a:lnTo>
                    <a:pt x="571487" y="13436"/>
                  </a:lnTo>
                  <a:close/>
                </a:path>
                <a:path w="1887854" h="13969">
                  <a:moveTo>
                    <a:pt x="598347" y="13436"/>
                  </a:moveTo>
                  <a:lnTo>
                    <a:pt x="594626" y="0"/>
                  </a:lnTo>
                  <a:lnTo>
                    <a:pt x="590918" y="0"/>
                  </a:lnTo>
                  <a:lnTo>
                    <a:pt x="598347" y="13436"/>
                  </a:lnTo>
                  <a:close/>
                </a:path>
                <a:path w="1887854" h="13969">
                  <a:moveTo>
                    <a:pt x="625208" y="13436"/>
                  </a:moveTo>
                  <a:lnTo>
                    <a:pt x="621487" y="0"/>
                  </a:lnTo>
                  <a:lnTo>
                    <a:pt x="617778" y="0"/>
                  </a:lnTo>
                  <a:lnTo>
                    <a:pt x="625208" y="13436"/>
                  </a:lnTo>
                  <a:close/>
                </a:path>
                <a:path w="1887854" h="13969">
                  <a:moveTo>
                    <a:pt x="652068" y="13436"/>
                  </a:moveTo>
                  <a:lnTo>
                    <a:pt x="648347" y="0"/>
                  </a:lnTo>
                  <a:lnTo>
                    <a:pt x="644639" y="0"/>
                  </a:lnTo>
                  <a:lnTo>
                    <a:pt x="652068" y="13436"/>
                  </a:lnTo>
                  <a:close/>
                </a:path>
                <a:path w="1887854" h="13969">
                  <a:moveTo>
                    <a:pt x="678929" y="13436"/>
                  </a:moveTo>
                  <a:lnTo>
                    <a:pt x="675208" y="0"/>
                  </a:lnTo>
                  <a:lnTo>
                    <a:pt x="671499" y="0"/>
                  </a:lnTo>
                  <a:lnTo>
                    <a:pt x="678929" y="13436"/>
                  </a:lnTo>
                  <a:close/>
                </a:path>
                <a:path w="1887854" h="13969">
                  <a:moveTo>
                    <a:pt x="705789" y="13436"/>
                  </a:moveTo>
                  <a:lnTo>
                    <a:pt x="702068" y="0"/>
                  </a:lnTo>
                  <a:lnTo>
                    <a:pt x="698360" y="0"/>
                  </a:lnTo>
                  <a:lnTo>
                    <a:pt x="705789" y="13436"/>
                  </a:lnTo>
                  <a:close/>
                </a:path>
                <a:path w="1887854" h="13969">
                  <a:moveTo>
                    <a:pt x="732650" y="13436"/>
                  </a:moveTo>
                  <a:lnTo>
                    <a:pt x="728929" y="0"/>
                  </a:lnTo>
                  <a:lnTo>
                    <a:pt x="725220" y="0"/>
                  </a:lnTo>
                  <a:lnTo>
                    <a:pt x="732650" y="13436"/>
                  </a:lnTo>
                  <a:close/>
                </a:path>
                <a:path w="1887854" h="13969">
                  <a:moveTo>
                    <a:pt x="759510" y="13436"/>
                  </a:moveTo>
                  <a:lnTo>
                    <a:pt x="755789" y="0"/>
                  </a:lnTo>
                  <a:lnTo>
                    <a:pt x="752081" y="0"/>
                  </a:lnTo>
                  <a:lnTo>
                    <a:pt x="759510" y="13436"/>
                  </a:lnTo>
                  <a:close/>
                </a:path>
                <a:path w="1887854" h="13969">
                  <a:moveTo>
                    <a:pt x="786371" y="13436"/>
                  </a:moveTo>
                  <a:lnTo>
                    <a:pt x="782650" y="0"/>
                  </a:lnTo>
                  <a:lnTo>
                    <a:pt x="778941" y="0"/>
                  </a:lnTo>
                  <a:lnTo>
                    <a:pt x="786371" y="13436"/>
                  </a:lnTo>
                  <a:close/>
                </a:path>
                <a:path w="1887854" h="13969">
                  <a:moveTo>
                    <a:pt x="813231" y="13436"/>
                  </a:moveTo>
                  <a:lnTo>
                    <a:pt x="809510" y="0"/>
                  </a:lnTo>
                  <a:lnTo>
                    <a:pt x="805802" y="0"/>
                  </a:lnTo>
                  <a:lnTo>
                    <a:pt x="813231" y="13436"/>
                  </a:lnTo>
                  <a:close/>
                </a:path>
                <a:path w="1887854" h="13969">
                  <a:moveTo>
                    <a:pt x="840079" y="13436"/>
                  </a:moveTo>
                  <a:lnTo>
                    <a:pt x="836371" y="0"/>
                  </a:lnTo>
                  <a:lnTo>
                    <a:pt x="832662" y="0"/>
                  </a:lnTo>
                  <a:lnTo>
                    <a:pt x="840079" y="13436"/>
                  </a:lnTo>
                  <a:close/>
                </a:path>
                <a:path w="1887854" h="13969">
                  <a:moveTo>
                    <a:pt x="866940" y="13436"/>
                  </a:moveTo>
                  <a:lnTo>
                    <a:pt x="863219" y="0"/>
                  </a:lnTo>
                  <a:lnTo>
                    <a:pt x="859523" y="0"/>
                  </a:lnTo>
                  <a:lnTo>
                    <a:pt x="866940" y="13436"/>
                  </a:lnTo>
                  <a:close/>
                </a:path>
                <a:path w="1887854" h="13969">
                  <a:moveTo>
                    <a:pt x="893800" y="13436"/>
                  </a:moveTo>
                  <a:lnTo>
                    <a:pt x="890079" y="0"/>
                  </a:lnTo>
                  <a:lnTo>
                    <a:pt x="886383" y="0"/>
                  </a:lnTo>
                  <a:lnTo>
                    <a:pt x="893800" y="13436"/>
                  </a:lnTo>
                  <a:close/>
                </a:path>
                <a:path w="1887854" h="13969">
                  <a:moveTo>
                    <a:pt x="920661" y="13436"/>
                  </a:moveTo>
                  <a:lnTo>
                    <a:pt x="916940" y="0"/>
                  </a:lnTo>
                  <a:lnTo>
                    <a:pt x="913231" y="0"/>
                  </a:lnTo>
                  <a:lnTo>
                    <a:pt x="920661" y="13436"/>
                  </a:lnTo>
                  <a:close/>
                </a:path>
                <a:path w="1887854" h="13969">
                  <a:moveTo>
                    <a:pt x="947521" y="13436"/>
                  </a:moveTo>
                  <a:lnTo>
                    <a:pt x="943800" y="0"/>
                  </a:lnTo>
                  <a:lnTo>
                    <a:pt x="940104" y="0"/>
                  </a:lnTo>
                  <a:lnTo>
                    <a:pt x="947521" y="13436"/>
                  </a:lnTo>
                  <a:close/>
                </a:path>
                <a:path w="1887854" h="13969">
                  <a:moveTo>
                    <a:pt x="974382" y="13436"/>
                  </a:moveTo>
                  <a:lnTo>
                    <a:pt x="970661" y="0"/>
                  </a:lnTo>
                  <a:lnTo>
                    <a:pt x="966952" y="0"/>
                  </a:lnTo>
                  <a:lnTo>
                    <a:pt x="974382" y="13436"/>
                  </a:lnTo>
                  <a:close/>
                </a:path>
                <a:path w="1887854" h="13969">
                  <a:moveTo>
                    <a:pt x="1001242" y="13436"/>
                  </a:moveTo>
                  <a:lnTo>
                    <a:pt x="997521" y="0"/>
                  </a:lnTo>
                  <a:lnTo>
                    <a:pt x="993813" y="0"/>
                  </a:lnTo>
                  <a:lnTo>
                    <a:pt x="1001242" y="13436"/>
                  </a:lnTo>
                  <a:close/>
                </a:path>
                <a:path w="1887854" h="13969">
                  <a:moveTo>
                    <a:pt x="1028103" y="13436"/>
                  </a:moveTo>
                  <a:lnTo>
                    <a:pt x="1024382" y="0"/>
                  </a:lnTo>
                  <a:lnTo>
                    <a:pt x="1020673" y="0"/>
                  </a:lnTo>
                  <a:lnTo>
                    <a:pt x="1028103" y="13436"/>
                  </a:lnTo>
                  <a:close/>
                </a:path>
                <a:path w="1887854" h="13969">
                  <a:moveTo>
                    <a:pt x="1054963" y="13436"/>
                  </a:moveTo>
                  <a:lnTo>
                    <a:pt x="1051242" y="0"/>
                  </a:lnTo>
                  <a:lnTo>
                    <a:pt x="1047534" y="0"/>
                  </a:lnTo>
                  <a:lnTo>
                    <a:pt x="1054963" y="13436"/>
                  </a:lnTo>
                  <a:close/>
                </a:path>
                <a:path w="1887854" h="13969">
                  <a:moveTo>
                    <a:pt x="1081824" y="13436"/>
                  </a:moveTo>
                  <a:lnTo>
                    <a:pt x="1078103" y="0"/>
                  </a:lnTo>
                  <a:lnTo>
                    <a:pt x="1074394" y="0"/>
                  </a:lnTo>
                  <a:lnTo>
                    <a:pt x="1081824" y="13436"/>
                  </a:lnTo>
                  <a:close/>
                </a:path>
                <a:path w="1887854" h="13969">
                  <a:moveTo>
                    <a:pt x="1108684" y="13436"/>
                  </a:moveTo>
                  <a:lnTo>
                    <a:pt x="1104963" y="0"/>
                  </a:lnTo>
                  <a:lnTo>
                    <a:pt x="1101255" y="0"/>
                  </a:lnTo>
                  <a:lnTo>
                    <a:pt x="1108684" y="13436"/>
                  </a:lnTo>
                  <a:close/>
                </a:path>
                <a:path w="1887854" h="13969">
                  <a:moveTo>
                    <a:pt x="1135545" y="13436"/>
                  </a:moveTo>
                  <a:lnTo>
                    <a:pt x="1131824" y="0"/>
                  </a:lnTo>
                  <a:lnTo>
                    <a:pt x="1128115" y="0"/>
                  </a:lnTo>
                  <a:lnTo>
                    <a:pt x="1135545" y="13436"/>
                  </a:lnTo>
                  <a:close/>
                </a:path>
                <a:path w="1887854" h="13969">
                  <a:moveTo>
                    <a:pt x="1162405" y="13436"/>
                  </a:moveTo>
                  <a:lnTo>
                    <a:pt x="1158684" y="0"/>
                  </a:lnTo>
                  <a:lnTo>
                    <a:pt x="1154976" y="0"/>
                  </a:lnTo>
                  <a:lnTo>
                    <a:pt x="1162405" y="13436"/>
                  </a:lnTo>
                  <a:close/>
                </a:path>
                <a:path w="1887854" h="13969">
                  <a:moveTo>
                    <a:pt x="1189266" y="13436"/>
                  </a:moveTo>
                  <a:lnTo>
                    <a:pt x="1185545" y="0"/>
                  </a:lnTo>
                  <a:lnTo>
                    <a:pt x="1181836" y="0"/>
                  </a:lnTo>
                  <a:lnTo>
                    <a:pt x="1189266" y="13436"/>
                  </a:lnTo>
                  <a:close/>
                </a:path>
                <a:path w="1887854" h="13969">
                  <a:moveTo>
                    <a:pt x="1216126" y="13436"/>
                  </a:moveTo>
                  <a:lnTo>
                    <a:pt x="1212405" y="0"/>
                  </a:lnTo>
                  <a:lnTo>
                    <a:pt x="1208697" y="0"/>
                  </a:lnTo>
                  <a:lnTo>
                    <a:pt x="1216126" y="13436"/>
                  </a:lnTo>
                  <a:close/>
                </a:path>
                <a:path w="1887854" h="13969">
                  <a:moveTo>
                    <a:pt x="1242987" y="13436"/>
                  </a:moveTo>
                  <a:lnTo>
                    <a:pt x="1239266" y="0"/>
                  </a:lnTo>
                  <a:lnTo>
                    <a:pt x="1235557" y="0"/>
                  </a:lnTo>
                  <a:lnTo>
                    <a:pt x="1242987" y="13436"/>
                  </a:lnTo>
                  <a:close/>
                </a:path>
                <a:path w="1887854" h="13969">
                  <a:moveTo>
                    <a:pt x="1269847" y="13436"/>
                  </a:moveTo>
                  <a:lnTo>
                    <a:pt x="1266126" y="0"/>
                  </a:lnTo>
                  <a:lnTo>
                    <a:pt x="1262418" y="0"/>
                  </a:lnTo>
                  <a:lnTo>
                    <a:pt x="1269847" y="13436"/>
                  </a:lnTo>
                  <a:close/>
                </a:path>
                <a:path w="1887854" h="13969">
                  <a:moveTo>
                    <a:pt x="1296708" y="13436"/>
                  </a:moveTo>
                  <a:lnTo>
                    <a:pt x="1292987" y="0"/>
                  </a:lnTo>
                  <a:lnTo>
                    <a:pt x="1289278" y="0"/>
                  </a:lnTo>
                  <a:lnTo>
                    <a:pt x="1296708" y="13436"/>
                  </a:lnTo>
                  <a:close/>
                </a:path>
                <a:path w="1887854" h="13969">
                  <a:moveTo>
                    <a:pt x="1323568" y="13436"/>
                  </a:moveTo>
                  <a:lnTo>
                    <a:pt x="1319847" y="0"/>
                  </a:lnTo>
                  <a:lnTo>
                    <a:pt x="1316139" y="0"/>
                  </a:lnTo>
                  <a:lnTo>
                    <a:pt x="1323568" y="13436"/>
                  </a:lnTo>
                  <a:close/>
                </a:path>
                <a:path w="1887854" h="13969">
                  <a:moveTo>
                    <a:pt x="1350429" y="13436"/>
                  </a:moveTo>
                  <a:lnTo>
                    <a:pt x="1346708" y="0"/>
                  </a:lnTo>
                  <a:lnTo>
                    <a:pt x="1342999" y="0"/>
                  </a:lnTo>
                  <a:lnTo>
                    <a:pt x="1350429" y="13436"/>
                  </a:lnTo>
                  <a:close/>
                </a:path>
                <a:path w="1887854" h="13969">
                  <a:moveTo>
                    <a:pt x="1377289" y="13436"/>
                  </a:moveTo>
                  <a:lnTo>
                    <a:pt x="1373568" y="0"/>
                  </a:lnTo>
                  <a:lnTo>
                    <a:pt x="1369860" y="0"/>
                  </a:lnTo>
                  <a:lnTo>
                    <a:pt x="1377289" y="13436"/>
                  </a:lnTo>
                  <a:close/>
                </a:path>
                <a:path w="1887854" h="13969">
                  <a:moveTo>
                    <a:pt x="1404137" y="13436"/>
                  </a:moveTo>
                  <a:lnTo>
                    <a:pt x="1400416" y="0"/>
                  </a:lnTo>
                  <a:lnTo>
                    <a:pt x="1396720" y="0"/>
                  </a:lnTo>
                  <a:lnTo>
                    <a:pt x="1404137" y="13436"/>
                  </a:lnTo>
                  <a:close/>
                </a:path>
                <a:path w="1887854" h="13969">
                  <a:moveTo>
                    <a:pt x="1430997" y="13436"/>
                  </a:moveTo>
                  <a:lnTo>
                    <a:pt x="1427276" y="0"/>
                  </a:lnTo>
                  <a:lnTo>
                    <a:pt x="1423581" y="0"/>
                  </a:lnTo>
                  <a:lnTo>
                    <a:pt x="1430997" y="13436"/>
                  </a:lnTo>
                  <a:close/>
                </a:path>
                <a:path w="1887854" h="13969">
                  <a:moveTo>
                    <a:pt x="1457858" y="13436"/>
                  </a:moveTo>
                  <a:lnTo>
                    <a:pt x="1454137" y="0"/>
                  </a:lnTo>
                  <a:lnTo>
                    <a:pt x="1450441" y="0"/>
                  </a:lnTo>
                  <a:lnTo>
                    <a:pt x="1457858" y="13436"/>
                  </a:lnTo>
                  <a:close/>
                </a:path>
                <a:path w="1887854" h="13969">
                  <a:moveTo>
                    <a:pt x="1484718" y="13436"/>
                  </a:moveTo>
                  <a:lnTo>
                    <a:pt x="1480997" y="0"/>
                  </a:lnTo>
                  <a:lnTo>
                    <a:pt x="1477302" y="0"/>
                  </a:lnTo>
                  <a:lnTo>
                    <a:pt x="1484718" y="13436"/>
                  </a:lnTo>
                  <a:close/>
                </a:path>
                <a:path w="1887854" h="13969">
                  <a:moveTo>
                    <a:pt x="1511579" y="13436"/>
                  </a:moveTo>
                  <a:lnTo>
                    <a:pt x="1507858" y="0"/>
                  </a:lnTo>
                  <a:lnTo>
                    <a:pt x="1504162" y="0"/>
                  </a:lnTo>
                  <a:lnTo>
                    <a:pt x="1511579" y="13436"/>
                  </a:lnTo>
                  <a:close/>
                </a:path>
                <a:path w="1887854" h="13969">
                  <a:moveTo>
                    <a:pt x="1538439" y="13436"/>
                  </a:moveTo>
                  <a:lnTo>
                    <a:pt x="1534718" y="0"/>
                  </a:lnTo>
                  <a:lnTo>
                    <a:pt x="1531010" y="0"/>
                  </a:lnTo>
                  <a:lnTo>
                    <a:pt x="1538439" y="13436"/>
                  </a:lnTo>
                  <a:close/>
                </a:path>
                <a:path w="1887854" h="13969">
                  <a:moveTo>
                    <a:pt x="1565300" y="13436"/>
                  </a:moveTo>
                  <a:lnTo>
                    <a:pt x="1561579" y="0"/>
                  </a:lnTo>
                  <a:lnTo>
                    <a:pt x="1557870" y="0"/>
                  </a:lnTo>
                  <a:lnTo>
                    <a:pt x="1565300" y="13436"/>
                  </a:lnTo>
                  <a:close/>
                </a:path>
                <a:path w="1887854" h="13969">
                  <a:moveTo>
                    <a:pt x="1592160" y="13436"/>
                  </a:moveTo>
                  <a:lnTo>
                    <a:pt x="1588439" y="0"/>
                  </a:lnTo>
                  <a:lnTo>
                    <a:pt x="1584731" y="0"/>
                  </a:lnTo>
                  <a:lnTo>
                    <a:pt x="1592160" y="13436"/>
                  </a:lnTo>
                  <a:close/>
                </a:path>
                <a:path w="1887854" h="13969">
                  <a:moveTo>
                    <a:pt x="1619021" y="13436"/>
                  </a:moveTo>
                  <a:lnTo>
                    <a:pt x="1615300" y="0"/>
                  </a:lnTo>
                  <a:lnTo>
                    <a:pt x="1611591" y="0"/>
                  </a:lnTo>
                  <a:lnTo>
                    <a:pt x="1619021" y="13436"/>
                  </a:lnTo>
                  <a:close/>
                </a:path>
                <a:path w="1887854" h="13969">
                  <a:moveTo>
                    <a:pt x="1645881" y="13436"/>
                  </a:moveTo>
                  <a:lnTo>
                    <a:pt x="1642160" y="0"/>
                  </a:lnTo>
                  <a:lnTo>
                    <a:pt x="1638452" y="0"/>
                  </a:lnTo>
                  <a:lnTo>
                    <a:pt x="1645881" y="13436"/>
                  </a:lnTo>
                  <a:close/>
                </a:path>
                <a:path w="1887854" h="13969">
                  <a:moveTo>
                    <a:pt x="1672742" y="13436"/>
                  </a:moveTo>
                  <a:lnTo>
                    <a:pt x="1669021" y="0"/>
                  </a:lnTo>
                  <a:lnTo>
                    <a:pt x="1665312" y="0"/>
                  </a:lnTo>
                  <a:lnTo>
                    <a:pt x="1672742" y="13436"/>
                  </a:lnTo>
                  <a:close/>
                </a:path>
                <a:path w="1887854" h="13969">
                  <a:moveTo>
                    <a:pt x="1699602" y="13436"/>
                  </a:moveTo>
                  <a:lnTo>
                    <a:pt x="1695881" y="0"/>
                  </a:lnTo>
                  <a:lnTo>
                    <a:pt x="1692173" y="0"/>
                  </a:lnTo>
                  <a:lnTo>
                    <a:pt x="1699602" y="13436"/>
                  </a:lnTo>
                  <a:close/>
                </a:path>
                <a:path w="1887854" h="13969">
                  <a:moveTo>
                    <a:pt x="1726463" y="13436"/>
                  </a:moveTo>
                  <a:lnTo>
                    <a:pt x="1722742" y="0"/>
                  </a:lnTo>
                  <a:lnTo>
                    <a:pt x="1719033" y="0"/>
                  </a:lnTo>
                  <a:lnTo>
                    <a:pt x="1726463" y="13436"/>
                  </a:lnTo>
                  <a:close/>
                </a:path>
                <a:path w="1887854" h="13969">
                  <a:moveTo>
                    <a:pt x="1753323" y="13436"/>
                  </a:moveTo>
                  <a:lnTo>
                    <a:pt x="1749602" y="0"/>
                  </a:lnTo>
                  <a:lnTo>
                    <a:pt x="1745894" y="0"/>
                  </a:lnTo>
                  <a:lnTo>
                    <a:pt x="1753323" y="13436"/>
                  </a:lnTo>
                  <a:close/>
                </a:path>
                <a:path w="1887854" h="13969">
                  <a:moveTo>
                    <a:pt x="1780184" y="13436"/>
                  </a:moveTo>
                  <a:lnTo>
                    <a:pt x="1776463" y="0"/>
                  </a:lnTo>
                  <a:lnTo>
                    <a:pt x="1772754" y="0"/>
                  </a:lnTo>
                  <a:lnTo>
                    <a:pt x="1780184" y="13436"/>
                  </a:lnTo>
                  <a:close/>
                </a:path>
                <a:path w="1887854" h="13969">
                  <a:moveTo>
                    <a:pt x="1807044" y="13436"/>
                  </a:moveTo>
                  <a:lnTo>
                    <a:pt x="1803323" y="0"/>
                  </a:lnTo>
                  <a:lnTo>
                    <a:pt x="1799615" y="0"/>
                  </a:lnTo>
                  <a:lnTo>
                    <a:pt x="1807044" y="13436"/>
                  </a:lnTo>
                  <a:close/>
                </a:path>
                <a:path w="1887854" h="13969">
                  <a:moveTo>
                    <a:pt x="1833905" y="13436"/>
                  </a:moveTo>
                  <a:lnTo>
                    <a:pt x="1830184" y="0"/>
                  </a:lnTo>
                  <a:lnTo>
                    <a:pt x="1826475" y="0"/>
                  </a:lnTo>
                  <a:lnTo>
                    <a:pt x="1833905" y="13436"/>
                  </a:lnTo>
                  <a:close/>
                </a:path>
                <a:path w="1887854" h="13969">
                  <a:moveTo>
                    <a:pt x="1860765" y="13436"/>
                  </a:moveTo>
                  <a:lnTo>
                    <a:pt x="1857044" y="0"/>
                  </a:lnTo>
                  <a:lnTo>
                    <a:pt x="1853336" y="0"/>
                  </a:lnTo>
                  <a:lnTo>
                    <a:pt x="1860765" y="13436"/>
                  </a:lnTo>
                  <a:close/>
                </a:path>
                <a:path w="1887854" h="13969">
                  <a:moveTo>
                    <a:pt x="1887613" y="13436"/>
                  </a:moveTo>
                  <a:lnTo>
                    <a:pt x="1883905" y="0"/>
                  </a:lnTo>
                  <a:lnTo>
                    <a:pt x="1880196" y="0"/>
                  </a:lnTo>
                  <a:lnTo>
                    <a:pt x="1887613" y="13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8627211" y="2321191"/>
              <a:ext cx="1310640" cy="591185"/>
            </a:xfrm>
            <a:custGeom>
              <a:avLst/>
              <a:gdLst/>
              <a:ahLst/>
              <a:cxnLst/>
              <a:rect l="l" t="t" r="r" b="b"/>
              <a:pathLst>
                <a:path w="1310640" h="591185">
                  <a:moveTo>
                    <a:pt x="7416" y="13436"/>
                  </a:moveTo>
                  <a:lnTo>
                    <a:pt x="3708" y="0"/>
                  </a:lnTo>
                  <a:lnTo>
                    <a:pt x="0" y="0"/>
                  </a:lnTo>
                  <a:lnTo>
                    <a:pt x="7416" y="13436"/>
                  </a:lnTo>
                  <a:close/>
                </a:path>
                <a:path w="1310640" h="591185">
                  <a:moveTo>
                    <a:pt x="34277" y="13436"/>
                  </a:moveTo>
                  <a:lnTo>
                    <a:pt x="30568" y="0"/>
                  </a:lnTo>
                  <a:lnTo>
                    <a:pt x="26860" y="0"/>
                  </a:lnTo>
                  <a:lnTo>
                    <a:pt x="34277" y="13436"/>
                  </a:lnTo>
                  <a:close/>
                </a:path>
                <a:path w="1310640" h="591185">
                  <a:moveTo>
                    <a:pt x="61137" y="13436"/>
                  </a:moveTo>
                  <a:lnTo>
                    <a:pt x="57416" y="0"/>
                  </a:lnTo>
                  <a:lnTo>
                    <a:pt x="53721" y="0"/>
                  </a:lnTo>
                  <a:lnTo>
                    <a:pt x="61137" y="13436"/>
                  </a:lnTo>
                  <a:close/>
                </a:path>
                <a:path w="1310640" h="591185">
                  <a:moveTo>
                    <a:pt x="87998" y="13436"/>
                  </a:moveTo>
                  <a:lnTo>
                    <a:pt x="84277" y="0"/>
                  </a:lnTo>
                  <a:lnTo>
                    <a:pt x="80581" y="0"/>
                  </a:lnTo>
                  <a:lnTo>
                    <a:pt x="87998" y="13436"/>
                  </a:lnTo>
                  <a:close/>
                </a:path>
                <a:path w="1310640" h="591185">
                  <a:moveTo>
                    <a:pt x="114858" y="13436"/>
                  </a:moveTo>
                  <a:lnTo>
                    <a:pt x="111137" y="0"/>
                  </a:lnTo>
                  <a:lnTo>
                    <a:pt x="107442" y="0"/>
                  </a:lnTo>
                  <a:lnTo>
                    <a:pt x="114858" y="13436"/>
                  </a:lnTo>
                  <a:close/>
                </a:path>
                <a:path w="1310640" h="591185">
                  <a:moveTo>
                    <a:pt x="141719" y="13436"/>
                  </a:moveTo>
                  <a:lnTo>
                    <a:pt x="137998" y="0"/>
                  </a:lnTo>
                  <a:lnTo>
                    <a:pt x="134289" y="0"/>
                  </a:lnTo>
                  <a:lnTo>
                    <a:pt x="141719" y="13436"/>
                  </a:lnTo>
                  <a:close/>
                </a:path>
                <a:path w="1310640" h="591185">
                  <a:moveTo>
                    <a:pt x="168579" y="13436"/>
                  </a:moveTo>
                  <a:lnTo>
                    <a:pt x="164858" y="0"/>
                  </a:lnTo>
                  <a:lnTo>
                    <a:pt x="161150" y="0"/>
                  </a:lnTo>
                  <a:lnTo>
                    <a:pt x="168579" y="13436"/>
                  </a:lnTo>
                  <a:close/>
                </a:path>
                <a:path w="1310640" h="591185">
                  <a:moveTo>
                    <a:pt x="195440" y="13436"/>
                  </a:moveTo>
                  <a:lnTo>
                    <a:pt x="191719" y="0"/>
                  </a:lnTo>
                  <a:lnTo>
                    <a:pt x="188010" y="0"/>
                  </a:lnTo>
                  <a:lnTo>
                    <a:pt x="195440" y="13436"/>
                  </a:lnTo>
                  <a:close/>
                </a:path>
                <a:path w="1310640" h="591185">
                  <a:moveTo>
                    <a:pt x="222300" y="13436"/>
                  </a:moveTo>
                  <a:lnTo>
                    <a:pt x="218579" y="0"/>
                  </a:lnTo>
                  <a:lnTo>
                    <a:pt x="214871" y="0"/>
                  </a:lnTo>
                  <a:lnTo>
                    <a:pt x="222300" y="13436"/>
                  </a:lnTo>
                  <a:close/>
                </a:path>
                <a:path w="1310640" h="591185">
                  <a:moveTo>
                    <a:pt x="249161" y="13436"/>
                  </a:moveTo>
                  <a:lnTo>
                    <a:pt x="245440" y="0"/>
                  </a:lnTo>
                  <a:lnTo>
                    <a:pt x="241731" y="0"/>
                  </a:lnTo>
                  <a:lnTo>
                    <a:pt x="249161" y="13436"/>
                  </a:lnTo>
                  <a:close/>
                </a:path>
                <a:path w="1310640" h="591185">
                  <a:moveTo>
                    <a:pt x="276021" y="13436"/>
                  </a:moveTo>
                  <a:lnTo>
                    <a:pt x="272300" y="0"/>
                  </a:lnTo>
                  <a:lnTo>
                    <a:pt x="268592" y="0"/>
                  </a:lnTo>
                  <a:lnTo>
                    <a:pt x="276021" y="13436"/>
                  </a:lnTo>
                  <a:close/>
                </a:path>
                <a:path w="1310640" h="591185">
                  <a:moveTo>
                    <a:pt x="302882" y="13436"/>
                  </a:moveTo>
                  <a:lnTo>
                    <a:pt x="299161" y="0"/>
                  </a:lnTo>
                  <a:lnTo>
                    <a:pt x="295452" y="0"/>
                  </a:lnTo>
                  <a:lnTo>
                    <a:pt x="302882" y="13436"/>
                  </a:lnTo>
                  <a:close/>
                </a:path>
                <a:path w="1310640" h="591185">
                  <a:moveTo>
                    <a:pt x="329742" y="13436"/>
                  </a:moveTo>
                  <a:lnTo>
                    <a:pt x="326021" y="0"/>
                  </a:lnTo>
                  <a:lnTo>
                    <a:pt x="322313" y="0"/>
                  </a:lnTo>
                  <a:lnTo>
                    <a:pt x="329742" y="13436"/>
                  </a:lnTo>
                  <a:close/>
                </a:path>
                <a:path w="1310640" h="591185">
                  <a:moveTo>
                    <a:pt x="356603" y="13436"/>
                  </a:moveTo>
                  <a:lnTo>
                    <a:pt x="352882" y="0"/>
                  </a:lnTo>
                  <a:lnTo>
                    <a:pt x="349173" y="0"/>
                  </a:lnTo>
                  <a:lnTo>
                    <a:pt x="356603" y="13436"/>
                  </a:lnTo>
                  <a:close/>
                </a:path>
                <a:path w="1310640" h="591185">
                  <a:moveTo>
                    <a:pt x="383463" y="13436"/>
                  </a:moveTo>
                  <a:lnTo>
                    <a:pt x="379742" y="0"/>
                  </a:lnTo>
                  <a:lnTo>
                    <a:pt x="376034" y="0"/>
                  </a:lnTo>
                  <a:lnTo>
                    <a:pt x="383463" y="13436"/>
                  </a:lnTo>
                  <a:close/>
                </a:path>
                <a:path w="1310640" h="591185">
                  <a:moveTo>
                    <a:pt x="410324" y="13436"/>
                  </a:moveTo>
                  <a:lnTo>
                    <a:pt x="406603" y="0"/>
                  </a:lnTo>
                  <a:lnTo>
                    <a:pt x="402894" y="0"/>
                  </a:lnTo>
                  <a:lnTo>
                    <a:pt x="410324" y="13436"/>
                  </a:lnTo>
                  <a:close/>
                </a:path>
                <a:path w="1310640" h="591185">
                  <a:moveTo>
                    <a:pt x="437184" y="13436"/>
                  </a:moveTo>
                  <a:lnTo>
                    <a:pt x="433463" y="0"/>
                  </a:lnTo>
                  <a:lnTo>
                    <a:pt x="429755" y="0"/>
                  </a:lnTo>
                  <a:lnTo>
                    <a:pt x="437184" y="13436"/>
                  </a:lnTo>
                  <a:close/>
                </a:path>
                <a:path w="1310640" h="591185">
                  <a:moveTo>
                    <a:pt x="464045" y="13436"/>
                  </a:moveTo>
                  <a:lnTo>
                    <a:pt x="460324" y="0"/>
                  </a:lnTo>
                  <a:lnTo>
                    <a:pt x="456615" y="0"/>
                  </a:lnTo>
                  <a:lnTo>
                    <a:pt x="464045" y="13436"/>
                  </a:lnTo>
                  <a:close/>
                </a:path>
                <a:path w="1310640" h="591185">
                  <a:moveTo>
                    <a:pt x="490905" y="13436"/>
                  </a:moveTo>
                  <a:lnTo>
                    <a:pt x="487184" y="0"/>
                  </a:lnTo>
                  <a:lnTo>
                    <a:pt x="483476" y="0"/>
                  </a:lnTo>
                  <a:lnTo>
                    <a:pt x="490905" y="13436"/>
                  </a:lnTo>
                  <a:close/>
                </a:path>
                <a:path w="1310640" h="591185">
                  <a:moveTo>
                    <a:pt x="517766" y="13436"/>
                  </a:moveTo>
                  <a:lnTo>
                    <a:pt x="514045" y="0"/>
                  </a:lnTo>
                  <a:lnTo>
                    <a:pt x="510336" y="0"/>
                  </a:lnTo>
                  <a:lnTo>
                    <a:pt x="517766" y="13436"/>
                  </a:lnTo>
                  <a:close/>
                </a:path>
                <a:path w="1310640" h="591185">
                  <a:moveTo>
                    <a:pt x="544614" y="13436"/>
                  </a:moveTo>
                  <a:lnTo>
                    <a:pt x="540905" y="0"/>
                  </a:lnTo>
                  <a:lnTo>
                    <a:pt x="537197" y="0"/>
                  </a:lnTo>
                  <a:lnTo>
                    <a:pt x="544614" y="13436"/>
                  </a:lnTo>
                  <a:close/>
                </a:path>
                <a:path w="1310640" h="591185">
                  <a:moveTo>
                    <a:pt x="571474" y="13436"/>
                  </a:moveTo>
                  <a:lnTo>
                    <a:pt x="567766" y="0"/>
                  </a:lnTo>
                  <a:lnTo>
                    <a:pt x="564057" y="0"/>
                  </a:lnTo>
                  <a:lnTo>
                    <a:pt x="571474" y="13436"/>
                  </a:lnTo>
                  <a:close/>
                </a:path>
                <a:path w="1310640" h="591185">
                  <a:moveTo>
                    <a:pt x="598335" y="13436"/>
                  </a:moveTo>
                  <a:lnTo>
                    <a:pt x="594614" y="0"/>
                  </a:lnTo>
                  <a:lnTo>
                    <a:pt x="590918" y="0"/>
                  </a:lnTo>
                  <a:lnTo>
                    <a:pt x="598335" y="13436"/>
                  </a:lnTo>
                  <a:close/>
                </a:path>
                <a:path w="1310640" h="591185">
                  <a:moveTo>
                    <a:pt x="625195" y="13436"/>
                  </a:moveTo>
                  <a:lnTo>
                    <a:pt x="621487" y="0"/>
                  </a:lnTo>
                  <a:lnTo>
                    <a:pt x="617778" y="0"/>
                  </a:lnTo>
                  <a:lnTo>
                    <a:pt x="625195" y="13436"/>
                  </a:lnTo>
                  <a:close/>
                </a:path>
                <a:path w="1310640" h="591185">
                  <a:moveTo>
                    <a:pt x="652056" y="13436"/>
                  </a:moveTo>
                  <a:lnTo>
                    <a:pt x="648335" y="0"/>
                  </a:lnTo>
                  <a:lnTo>
                    <a:pt x="644639" y="0"/>
                  </a:lnTo>
                  <a:lnTo>
                    <a:pt x="652056" y="13436"/>
                  </a:lnTo>
                  <a:close/>
                </a:path>
                <a:path w="1310640" h="591185">
                  <a:moveTo>
                    <a:pt x="678916" y="13436"/>
                  </a:moveTo>
                  <a:lnTo>
                    <a:pt x="675195" y="0"/>
                  </a:lnTo>
                  <a:lnTo>
                    <a:pt x="671487" y="0"/>
                  </a:lnTo>
                  <a:lnTo>
                    <a:pt x="678916" y="13436"/>
                  </a:lnTo>
                  <a:close/>
                </a:path>
                <a:path w="1310640" h="591185">
                  <a:moveTo>
                    <a:pt x="705777" y="13436"/>
                  </a:moveTo>
                  <a:lnTo>
                    <a:pt x="702056" y="0"/>
                  </a:lnTo>
                  <a:lnTo>
                    <a:pt x="698360" y="0"/>
                  </a:lnTo>
                  <a:lnTo>
                    <a:pt x="705777" y="13436"/>
                  </a:lnTo>
                  <a:close/>
                </a:path>
                <a:path w="1310640" h="591185">
                  <a:moveTo>
                    <a:pt x="732637" y="13436"/>
                  </a:moveTo>
                  <a:lnTo>
                    <a:pt x="728916" y="0"/>
                  </a:lnTo>
                  <a:lnTo>
                    <a:pt x="725208" y="0"/>
                  </a:lnTo>
                  <a:lnTo>
                    <a:pt x="732637" y="13436"/>
                  </a:lnTo>
                  <a:close/>
                </a:path>
                <a:path w="1310640" h="591185">
                  <a:moveTo>
                    <a:pt x="759498" y="13436"/>
                  </a:moveTo>
                  <a:lnTo>
                    <a:pt x="755777" y="0"/>
                  </a:lnTo>
                  <a:lnTo>
                    <a:pt x="752068" y="0"/>
                  </a:lnTo>
                  <a:lnTo>
                    <a:pt x="759498" y="13436"/>
                  </a:lnTo>
                  <a:close/>
                </a:path>
                <a:path w="1310640" h="591185">
                  <a:moveTo>
                    <a:pt x="786358" y="13436"/>
                  </a:moveTo>
                  <a:lnTo>
                    <a:pt x="782637" y="0"/>
                  </a:lnTo>
                  <a:lnTo>
                    <a:pt x="778929" y="0"/>
                  </a:lnTo>
                  <a:lnTo>
                    <a:pt x="786358" y="13436"/>
                  </a:lnTo>
                  <a:close/>
                </a:path>
                <a:path w="1310640" h="591185">
                  <a:moveTo>
                    <a:pt x="813219" y="13436"/>
                  </a:moveTo>
                  <a:lnTo>
                    <a:pt x="809498" y="0"/>
                  </a:lnTo>
                  <a:lnTo>
                    <a:pt x="805789" y="0"/>
                  </a:lnTo>
                  <a:lnTo>
                    <a:pt x="813219" y="13436"/>
                  </a:lnTo>
                  <a:close/>
                </a:path>
                <a:path w="1310640" h="591185">
                  <a:moveTo>
                    <a:pt x="840079" y="13436"/>
                  </a:moveTo>
                  <a:lnTo>
                    <a:pt x="836358" y="0"/>
                  </a:lnTo>
                  <a:lnTo>
                    <a:pt x="832650" y="0"/>
                  </a:lnTo>
                  <a:lnTo>
                    <a:pt x="840079" y="13436"/>
                  </a:lnTo>
                  <a:close/>
                </a:path>
                <a:path w="1310640" h="591185">
                  <a:moveTo>
                    <a:pt x="866940" y="13436"/>
                  </a:moveTo>
                  <a:lnTo>
                    <a:pt x="863219" y="0"/>
                  </a:lnTo>
                  <a:lnTo>
                    <a:pt x="859510" y="0"/>
                  </a:lnTo>
                  <a:lnTo>
                    <a:pt x="866940" y="13436"/>
                  </a:lnTo>
                  <a:close/>
                </a:path>
                <a:path w="1310640" h="591185">
                  <a:moveTo>
                    <a:pt x="893800" y="13436"/>
                  </a:moveTo>
                  <a:lnTo>
                    <a:pt x="890079" y="0"/>
                  </a:lnTo>
                  <a:lnTo>
                    <a:pt x="886371" y="0"/>
                  </a:lnTo>
                  <a:lnTo>
                    <a:pt x="893800" y="13436"/>
                  </a:lnTo>
                  <a:close/>
                </a:path>
                <a:path w="1310640" h="591185">
                  <a:moveTo>
                    <a:pt x="920661" y="13436"/>
                  </a:moveTo>
                  <a:lnTo>
                    <a:pt x="916940" y="0"/>
                  </a:lnTo>
                  <a:lnTo>
                    <a:pt x="913231" y="0"/>
                  </a:lnTo>
                  <a:lnTo>
                    <a:pt x="920661" y="13436"/>
                  </a:lnTo>
                  <a:close/>
                </a:path>
                <a:path w="1310640" h="591185">
                  <a:moveTo>
                    <a:pt x="947521" y="13436"/>
                  </a:moveTo>
                  <a:lnTo>
                    <a:pt x="943800" y="0"/>
                  </a:lnTo>
                  <a:lnTo>
                    <a:pt x="940092" y="0"/>
                  </a:lnTo>
                  <a:lnTo>
                    <a:pt x="947521" y="13436"/>
                  </a:lnTo>
                  <a:close/>
                </a:path>
                <a:path w="1310640" h="591185">
                  <a:moveTo>
                    <a:pt x="974382" y="13436"/>
                  </a:moveTo>
                  <a:lnTo>
                    <a:pt x="970661" y="0"/>
                  </a:lnTo>
                  <a:lnTo>
                    <a:pt x="966952" y="0"/>
                  </a:lnTo>
                  <a:lnTo>
                    <a:pt x="974382" y="13436"/>
                  </a:lnTo>
                  <a:close/>
                </a:path>
                <a:path w="1310640" h="591185">
                  <a:moveTo>
                    <a:pt x="1001242" y="13436"/>
                  </a:moveTo>
                  <a:lnTo>
                    <a:pt x="997521" y="0"/>
                  </a:lnTo>
                  <a:lnTo>
                    <a:pt x="993813" y="0"/>
                  </a:lnTo>
                  <a:lnTo>
                    <a:pt x="1001242" y="13436"/>
                  </a:lnTo>
                  <a:close/>
                </a:path>
                <a:path w="1310640" h="591185">
                  <a:moveTo>
                    <a:pt x="1028103" y="13436"/>
                  </a:moveTo>
                  <a:lnTo>
                    <a:pt x="1024382" y="0"/>
                  </a:lnTo>
                  <a:lnTo>
                    <a:pt x="1020673" y="0"/>
                  </a:lnTo>
                  <a:lnTo>
                    <a:pt x="1028103" y="13436"/>
                  </a:lnTo>
                  <a:close/>
                </a:path>
                <a:path w="1310640" h="591185">
                  <a:moveTo>
                    <a:pt x="1054963" y="13436"/>
                  </a:moveTo>
                  <a:lnTo>
                    <a:pt x="1051242" y="0"/>
                  </a:lnTo>
                  <a:lnTo>
                    <a:pt x="1047534" y="0"/>
                  </a:lnTo>
                  <a:lnTo>
                    <a:pt x="1054963" y="13436"/>
                  </a:lnTo>
                  <a:close/>
                </a:path>
                <a:path w="1310640" h="591185">
                  <a:moveTo>
                    <a:pt x="1081811" y="13436"/>
                  </a:moveTo>
                  <a:lnTo>
                    <a:pt x="1078103" y="0"/>
                  </a:lnTo>
                  <a:lnTo>
                    <a:pt x="1074394" y="0"/>
                  </a:lnTo>
                  <a:lnTo>
                    <a:pt x="1081811" y="13436"/>
                  </a:lnTo>
                  <a:close/>
                </a:path>
                <a:path w="1310640" h="591185">
                  <a:moveTo>
                    <a:pt x="1108671" y="13436"/>
                  </a:moveTo>
                  <a:lnTo>
                    <a:pt x="1104963" y="0"/>
                  </a:lnTo>
                  <a:lnTo>
                    <a:pt x="1101255" y="0"/>
                  </a:lnTo>
                  <a:lnTo>
                    <a:pt x="1108671" y="13436"/>
                  </a:lnTo>
                  <a:close/>
                </a:path>
                <a:path w="1310640" h="591185">
                  <a:moveTo>
                    <a:pt x="1135532" y="13436"/>
                  </a:moveTo>
                  <a:lnTo>
                    <a:pt x="1131811" y="0"/>
                  </a:lnTo>
                  <a:lnTo>
                    <a:pt x="1128115" y="0"/>
                  </a:lnTo>
                  <a:lnTo>
                    <a:pt x="1135532" y="13436"/>
                  </a:lnTo>
                  <a:close/>
                </a:path>
                <a:path w="1310640" h="591185">
                  <a:moveTo>
                    <a:pt x="1162392" y="13436"/>
                  </a:moveTo>
                  <a:lnTo>
                    <a:pt x="1158671" y="0"/>
                  </a:lnTo>
                  <a:lnTo>
                    <a:pt x="1154976" y="0"/>
                  </a:lnTo>
                  <a:lnTo>
                    <a:pt x="1162392" y="13436"/>
                  </a:lnTo>
                  <a:close/>
                </a:path>
                <a:path w="1310640" h="591185">
                  <a:moveTo>
                    <a:pt x="1189253" y="13436"/>
                  </a:moveTo>
                  <a:lnTo>
                    <a:pt x="1185532" y="0"/>
                  </a:lnTo>
                  <a:lnTo>
                    <a:pt x="1181836" y="0"/>
                  </a:lnTo>
                  <a:lnTo>
                    <a:pt x="1189253" y="13436"/>
                  </a:lnTo>
                  <a:close/>
                </a:path>
                <a:path w="1310640" h="591185">
                  <a:moveTo>
                    <a:pt x="1216113" y="13436"/>
                  </a:moveTo>
                  <a:lnTo>
                    <a:pt x="1212392" y="0"/>
                  </a:lnTo>
                  <a:lnTo>
                    <a:pt x="1208697" y="0"/>
                  </a:lnTo>
                  <a:lnTo>
                    <a:pt x="1216113" y="13436"/>
                  </a:lnTo>
                  <a:close/>
                </a:path>
                <a:path w="1310640" h="591185">
                  <a:moveTo>
                    <a:pt x="1242974" y="13436"/>
                  </a:moveTo>
                  <a:lnTo>
                    <a:pt x="1239253" y="0"/>
                  </a:lnTo>
                  <a:lnTo>
                    <a:pt x="1235544" y="0"/>
                  </a:lnTo>
                  <a:lnTo>
                    <a:pt x="1242974" y="13436"/>
                  </a:lnTo>
                  <a:close/>
                </a:path>
                <a:path w="1310640" h="591185">
                  <a:moveTo>
                    <a:pt x="1269834" y="13436"/>
                  </a:moveTo>
                  <a:lnTo>
                    <a:pt x="1266113" y="0"/>
                  </a:lnTo>
                  <a:lnTo>
                    <a:pt x="1262405" y="0"/>
                  </a:lnTo>
                  <a:lnTo>
                    <a:pt x="1269834" y="13436"/>
                  </a:lnTo>
                  <a:close/>
                </a:path>
                <a:path w="1310640" h="591185">
                  <a:moveTo>
                    <a:pt x="1296695" y="13436"/>
                  </a:moveTo>
                  <a:lnTo>
                    <a:pt x="1292974" y="0"/>
                  </a:lnTo>
                  <a:lnTo>
                    <a:pt x="1289265" y="0"/>
                  </a:lnTo>
                  <a:lnTo>
                    <a:pt x="1296695" y="13436"/>
                  </a:lnTo>
                  <a:close/>
                </a:path>
                <a:path w="1310640" h="591185">
                  <a:moveTo>
                    <a:pt x="1310589" y="583285"/>
                  </a:moveTo>
                  <a:lnTo>
                    <a:pt x="1297152" y="590715"/>
                  </a:lnTo>
                  <a:lnTo>
                    <a:pt x="1310589" y="586994"/>
                  </a:lnTo>
                  <a:lnTo>
                    <a:pt x="1310589" y="583285"/>
                  </a:lnTo>
                  <a:close/>
                </a:path>
                <a:path w="1310640" h="591185">
                  <a:moveTo>
                    <a:pt x="1310589" y="556412"/>
                  </a:moveTo>
                  <a:lnTo>
                    <a:pt x="1297152" y="563841"/>
                  </a:lnTo>
                  <a:lnTo>
                    <a:pt x="1310589" y="560120"/>
                  </a:lnTo>
                  <a:lnTo>
                    <a:pt x="1310589" y="556412"/>
                  </a:lnTo>
                  <a:close/>
                </a:path>
                <a:path w="1310640" h="591185">
                  <a:moveTo>
                    <a:pt x="1310589" y="529539"/>
                  </a:moveTo>
                  <a:lnTo>
                    <a:pt x="1297152" y="536968"/>
                  </a:lnTo>
                  <a:lnTo>
                    <a:pt x="1310589" y="533247"/>
                  </a:lnTo>
                  <a:lnTo>
                    <a:pt x="1310589" y="529539"/>
                  </a:lnTo>
                  <a:close/>
                </a:path>
                <a:path w="1310640" h="591185">
                  <a:moveTo>
                    <a:pt x="1310589" y="502666"/>
                  </a:moveTo>
                  <a:lnTo>
                    <a:pt x="1297152" y="510108"/>
                  </a:lnTo>
                  <a:lnTo>
                    <a:pt x="1310589" y="506374"/>
                  </a:lnTo>
                  <a:lnTo>
                    <a:pt x="1310589" y="502666"/>
                  </a:lnTo>
                  <a:close/>
                </a:path>
                <a:path w="1310640" h="591185">
                  <a:moveTo>
                    <a:pt x="1310589" y="475805"/>
                  </a:moveTo>
                  <a:lnTo>
                    <a:pt x="1297152" y="483235"/>
                  </a:lnTo>
                  <a:lnTo>
                    <a:pt x="1310589" y="479513"/>
                  </a:lnTo>
                  <a:lnTo>
                    <a:pt x="1310589" y="475805"/>
                  </a:lnTo>
                  <a:close/>
                </a:path>
                <a:path w="1310640" h="591185">
                  <a:moveTo>
                    <a:pt x="1310589" y="448932"/>
                  </a:moveTo>
                  <a:lnTo>
                    <a:pt x="1297152" y="456361"/>
                  </a:lnTo>
                  <a:lnTo>
                    <a:pt x="1310589" y="452640"/>
                  </a:lnTo>
                  <a:lnTo>
                    <a:pt x="1310589" y="448932"/>
                  </a:lnTo>
                  <a:close/>
                </a:path>
                <a:path w="1310640" h="591185">
                  <a:moveTo>
                    <a:pt x="1310589" y="422059"/>
                  </a:moveTo>
                  <a:lnTo>
                    <a:pt x="1297152" y="429488"/>
                  </a:lnTo>
                  <a:lnTo>
                    <a:pt x="1310589" y="425767"/>
                  </a:lnTo>
                  <a:lnTo>
                    <a:pt x="1310589" y="422059"/>
                  </a:lnTo>
                  <a:close/>
                </a:path>
                <a:path w="1310640" h="591185">
                  <a:moveTo>
                    <a:pt x="1310589" y="395185"/>
                  </a:moveTo>
                  <a:lnTo>
                    <a:pt x="1297152" y="402615"/>
                  </a:lnTo>
                  <a:lnTo>
                    <a:pt x="1310589" y="398894"/>
                  </a:lnTo>
                  <a:lnTo>
                    <a:pt x="1310589" y="395185"/>
                  </a:lnTo>
                  <a:close/>
                </a:path>
                <a:path w="1310640" h="591185">
                  <a:moveTo>
                    <a:pt x="1310589" y="368312"/>
                  </a:moveTo>
                  <a:lnTo>
                    <a:pt x="1297152" y="375742"/>
                  </a:lnTo>
                  <a:lnTo>
                    <a:pt x="1310589" y="372021"/>
                  </a:lnTo>
                  <a:lnTo>
                    <a:pt x="1310589" y="368312"/>
                  </a:lnTo>
                  <a:close/>
                </a:path>
                <a:path w="1310640" h="591185">
                  <a:moveTo>
                    <a:pt x="1310589" y="341439"/>
                  </a:moveTo>
                  <a:lnTo>
                    <a:pt x="1297152" y="348869"/>
                  </a:lnTo>
                  <a:lnTo>
                    <a:pt x="1310589" y="345147"/>
                  </a:lnTo>
                  <a:lnTo>
                    <a:pt x="1310589" y="341439"/>
                  </a:lnTo>
                  <a:close/>
                </a:path>
                <a:path w="1310640" h="591185">
                  <a:moveTo>
                    <a:pt x="1310589" y="314566"/>
                  </a:moveTo>
                  <a:lnTo>
                    <a:pt x="1297152" y="321995"/>
                  </a:lnTo>
                  <a:lnTo>
                    <a:pt x="1310589" y="318274"/>
                  </a:lnTo>
                  <a:lnTo>
                    <a:pt x="1310589" y="314566"/>
                  </a:lnTo>
                  <a:close/>
                </a:path>
                <a:path w="1310640" h="591185">
                  <a:moveTo>
                    <a:pt x="1310589" y="287693"/>
                  </a:moveTo>
                  <a:lnTo>
                    <a:pt x="1297152" y="295135"/>
                  </a:lnTo>
                  <a:lnTo>
                    <a:pt x="1310589" y="291401"/>
                  </a:lnTo>
                  <a:lnTo>
                    <a:pt x="1310589" y="287693"/>
                  </a:lnTo>
                  <a:close/>
                </a:path>
                <a:path w="1310640" h="591185">
                  <a:moveTo>
                    <a:pt x="1310589" y="260832"/>
                  </a:moveTo>
                  <a:lnTo>
                    <a:pt x="1297152" y="268262"/>
                  </a:lnTo>
                  <a:lnTo>
                    <a:pt x="1310589" y="264541"/>
                  </a:lnTo>
                  <a:lnTo>
                    <a:pt x="1310589" y="260832"/>
                  </a:lnTo>
                  <a:close/>
                </a:path>
                <a:path w="1310640" h="591185">
                  <a:moveTo>
                    <a:pt x="1310589" y="233959"/>
                  </a:moveTo>
                  <a:lnTo>
                    <a:pt x="1297152" y="241388"/>
                  </a:lnTo>
                  <a:lnTo>
                    <a:pt x="1310589" y="237667"/>
                  </a:lnTo>
                  <a:lnTo>
                    <a:pt x="1310589" y="233959"/>
                  </a:lnTo>
                  <a:close/>
                </a:path>
                <a:path w="1310640" h="591185">
                  <a:moveTo>
                    <a:pt x="1310589" y="207086"/>
                  </a:moveTo>
                  <a:lnTo>
                    <a:pt x="1297152" y="214515"/>
                  </a:lnTo>
                  <a:lnTo>
                    <a:pt x="1310589" y="210794"/>
                  </a:lnTo>
                  <a:lnTo>
                    <a:pt x="1310589" y="207086"/>
                  </a:lnTo>
                  <a:close/>
                </a:path>
                <a:path w="1310640" h="591185">
                  <a:moveTo>
                    <a:pt x="1310589" y="180213"/>
                  </a:moveTo>
                  <a:lnTo>
                    <a:pt x="1297152" y="187642"/>
                  </a:lnTo>
                  <a:lnTo>
                    <a:pt x="1310589" y="183921"/>
                  </a:lnTo>
                  <a:lnTo>
                    <a:pt x="1310589" y="180213"/>
                  </a:lnTo>
                  <a:close/>
                </a:path>
                <a:path w="1310640" h="591185">
                  <a:moveTo>
                    <a:pt x="1310589" y="153339"/>
                  </a:moveTo>
                  <a:lnTo>
                    <a:pt x="1297152" y="160769"/>
                  </a:lnTo>
                  <a:lnTo>
                    <a:pt x="1310589" y="157048"/>
                  </a:lnTo>
                  <a:lnTo>
                    <a:pt x="1310589" y="153339"/>
                  </a:lnTo>
                  <a:close/>
                </a:path>
                <a:path w="1310640" h="591185">
                  <a:moveTo>
                    <a:pt x="1310589" y="126466"/>
                  </a:moveTo>
                  <a:lnTo>
                    <a:pt x="1297152" y="133896"/>
                  </a:lnTo>
                  <a:lnTo>
                    <a:pt x="1310589" y="130175"/>
                  </a:lnTo>
                  <a:lnTo>
                    <a:pt x="1310589" y="126466"/>
                  </a:lnTo>
                  <a:close/>
                </a:path>
                <a:path w="1310640" h="591185">
                  <a:moveTo>
                    <a:pt x="1310589" y="99593"/>
                  </a:moveTo>
                  <a:lnTo>
                    <a:pt x="1297152" y="107022"/>
                  </a:lnTo>
                  <a:lnTo>
                    <a:pt x="1310589" y="103301"/>
                  </a:lnTo>
                  <a:lnTo>
                    <a:pt x="1310589" y="99593"/>
                  </a:lnTo>
                  <a:close/>
                </a:path>
                <a:path w="1310640" h="591185">
                  <a:moveTo>
                    <a:pt x="1310589" y="72720"/>
                  </a:moveTo>
                  <a:lnTo>
                    <a:pt x="1297152" y="80162"/>
                  </a:lnTo>
                  <a:lnTo>
                    <a:pt x="1310589" y="76441"/>
                  </a:lnTo>
                  <a:lnTo>
                    <a:pt x="1310589" y="72720"/>
                  </a:lnTo>
                  <a:close/>
                </a:path>
                <a:path w="1310640" h="591185">
                  <a:moveTo>
                    <a:pt x="1310589" y="45859"/>
                  </a:moveTo>
                  <a:lnTo>
                    <a:pt x="1297152" y="53289"/>
                  </a:lnTo>
                  <a:lnTo>
                    <a:pt x="1310589" y="49568"/>
                  </a:lnTo>
                  <a:lnTo>
                    <a:pt x="1310589" y="45859"/>
                  </a:lnTo>
                  <a:close/>
                </a:path>
                <a:path w="1310640" h="591185">
                  <a:moveTo>
                    <a:pt x="1310589" y="18986"/>
                  </a:moveTo>
                  <a:lnTo>
                    <a:pt x="1297152" y="26416"/>
                  </a:lnTo>
                  <a:lnTo>
                    <a:pt x="1310589" y="22694"/>
                  </a:lnTo>
                  <a:lnTo>
                    <a:pt x="1310589" y="189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8192008" y="2904477"/>
              <a:ext cx="1746250" cy="155575"/>
            </a:xfrm>
            <a:custGeom>
              <a:avLst/>
              <a:gdLst/>
              <a:ahLst/>
              <a:cxnLst/>
              <a:rect l="l" t="t" r="r" b="b"/>
              <a:pathLst>
                <a:path w="1746250" h="155575">
                  <a:moveTo>
                    <a:pt x="7416" y="155321"/>
                  </a:moveTo>
                  <a:lnTo>
                    <a:pt x="0" y="141884"/>
                  </a:lnTo>
                  <a:lnTo>
                    <a:pt x="3708" y="155321"/>
                  </a:lnTo>
                  <a:lnTo>
                    <a:pt x="7416" y="155321"/>
                  </a:lnTo>
                  <a:close/>
                </a:path>
                <a:path w="1746250" h="155575">
                  <a:moveTo>
                    <a:pt x="34277" y="155321"/>
                  </a:moveTo>
                  <a:lnTo>
                    <a:pt x="26847" y="141884"/>
                  </a:lnTo>
                  <a:lnTo>
                    <a:pt x="30568" y="155321"/>
                  </a:lnTo>
                  <a:lnTo>
                    <a:pt x="34277" y="155321"/>
                  </a:lnTo>
                  <a:close/>
                </a:path>
                <a:path w="1746250" h="155575">
                  <a:moveTo>
                    <a:pt x="61137" y="155321"/>
                  </a:moveTo>
                  <a:lnTo>
                    <a:pt x="53721" y="141884"/>
                  </a:lnTo>
                  <a:lnTo>
                    <a:pt x="57429" y="155321"/>
                  </a:lnTo>
                  <a:lnTo>
                    <a:pt x="61137" y="155321"/>
                  </a:lnTo>
                  <a:close/>
                </a:path>
                <a:path w="1746250" h="155575">
                  <a:moveTo>
                    <a:pt x="87998" y="155321"/>
                  </a:moveTo>
                  <a:lnTo>
                    <a:pt x="80568" y="141884"/>
                  </a:lnTo>
                  <a:lnTo>
                    <a:pt x="84289" y="155321"/>
                  </a:lnTo>
                  <a:lnTo>
                    <a:pt x="87998" y="155321"/>
                  </a:lnTo>
                  <a:close/>
                </a:path>
                <a:path w="1746250" h="155575">
                  <a:moveTo>
                    <a:pt x="114858" y="155321"/>
                  </a:moveTo>
                  <a:lnTo>
                    <a:pt x="107429" y="141884"/>
                  </a:lnTo>
                  <a:lnTo>
                    <a:pt x="111150" y="155321"/>
                  </a:lnTo>
                  <a:lnTo>
                    <a:pt x="114858" y="155321"/>
                  </a:lnTo>
                  <a:close/>
                </a:path>
                <a:path w="1746250" h="155575">
                  <a:moveTo>
                    <a:pt x="141719" y="155321"/>
                  </a:moveTo>
                  <a:lnTo>
                    <a:pt x="134289" y="141884"/>
                  </a:lnTo>
                  <a:lnTo>
                    <a:pt x="138010" y="155321"/>
                  </a:lnTo>
                  <a:lnTo>
                    <a:pt x="141719" y="155321"/>
                  </a:lnTo>
                  <a:close/>
                </a:path>
                <a:path w="1746250" h="155575">
                  <a:moveTo>
                    <a:pt x="168579" y="155321"/>
                  </a:moveTo>
                  <a:lnTo>
                    <a:pt x="161150" y="141884"/>
                  </a:lnTo>
                  <a:lnTo>
                    <a:pt x="164871" y="155321"/>
                  </a:lnTo>
                  <a:lnTo>
                    <a:pt x="168579" y="155321"/>
                  </a:lnTo>
                  <a:close/>
                </a:path>
                <a:path w="1746250" h="155575">
                  <a:moveTo>
                    <a:pt x="195440" y="155321"/>
                  </a:moveTo>
                  <a:lnTo>
                    <a:pt x="188010" y="141884"/>
                  </a:lnTo>
                  <a:lnTo>
                    <a:pt x="191731" y="155321"/>
                  </a:lnTo>
                  <a:lnTo>
                    <a:pt x="195440" y="155321"/>
                  </a:lnTo>
                  <a:close/>
                </a:path>
                <a:path w="1746250" h="155575">
                  <a:moveTo>
                    <a:pt x="222300" y="155321"/>
                  </a:moveTo>
                  <a:lnTo>
                    <a:pt x="214871" y="141884"/>
                  </a:lnTo>
                  <a:lnTo>
                    <a:pt x="218592" y="155321"/>
                  </a:lnTo>
                  <a:lnTo>
                    <a:pt x="222300" y="155321"/>
                  </a:lnTo>
                  <a:close/>
                </a:path>
                <a:path w="1746250" h="155575">
                  <a:moveTo>
                    <a:pt x="249161" y="155321"/>
                  </a:moveTo>
                  <a:lnTo>
                    <a:pt x="241731" y="141884"/>
                  </a:lnTo>
                  <a:lnTo>
                    <a:pt x="245452" y="155321"/>
                  </a:lnTo>
                  <a:lnTo>
                    <a:pt x="249161" y="155321"/>
                  </a:lnTo>
                  <a:close/>
                </a:path>
                <a:path w="1746250" h="155575">
                  <a:moveTo>
                    <a:pt x="276021" y="155321"/>
                  </a:moveTo>
                  <a:lnTo>
                    <a:pt x="268592" y="141884"/>
                  </a:lnTo>
                  <a:lnTo>
                    <a:pt x="272313" y="155321"/>
                  </a:lnTo>
                  <a:lnTo>
                    <a:pt x="276021" y="155321"/>
                  </a:lnTo>
                  <a:close/>
                </a:path>
                <a:path w="1746250" h="155575">
                  <a:moveTo>
                    <a:pt x="302882" y="155321"/>
                  </a:moveTo>
                  <a:lnTo>
                    <a:pt x="295452" y="141884"/>
                  </a:lnTo>
                  <a:lnTo>
                    <a:pt x="299173" y="155321"/>
                  </a:lnTo>
                  <a:lnTo>
                    <a:pt x="302882" y="155321"/>
                  </a:lnTo>
                  <a:close/>
                </a:path>
                <a:path w="1746250" h="155575">
                  <a:moveTo>
                    <a:pt x="329742" y="155321"/>
                  </a:moveTo>
                  <a:lnTo>
                    <a:pt x="322313" y="141884"/>
                  </a:lnTo>
                  <a:lnTo>
                    <a:pt x="326034" y="155321"/>
                  </a:lnTo>
                  <a:lnTo>
                    <a:pt x="329742" y="155321"/>
                  </a:lnTo>
                  <a:close/>
                </a:path>
                <a:path w="1746250" h="155575">
                  <a:moveTo>
                    <a:pt x="356603" y="155321"/>
                  </a:moveTo>
                  <a:lnTo>
                    <a:pt x="349173" y="141884"/>
                  </a:lnTo>
                  <a:lnTo>
                    <a:pt x="352894" y="155321"/>
                  </a:lnTo>
                  <a:lnTo>
                    <a:pt x="356603" y="155321"/>
                  </a:lnTo>
                  <a:close/>
                </a:path>
                <a:path w="1746250" h="155575">
                  <a:moveTo>
                    <a:pt x="383463" y="155321"/>
                  </a:moveTo>
                  <a:lnTo>
                    <a:pt x="376034" y="141884"/>
                  </a:lnTo>
                  <a:lnTo>
                    <a:pt x="379755" y="155321"/>
                  </a:lnTo>
                  <a:lnTo>
                    <a:pt x="383463" y="155321"/>
                  </a:lnTo>
                  <a:close/>
                </a:path>
                <a:path w="1746250" h="155575">
                  <a:moveTo>
                    <a:pt x="410324" y="155321"/>
                  </a:moveTo>
                  <a:lnTo>
                    <a:pt x="402894" y="141884"/>
                  </a:lnTo>
                  <a:lnTo>
                    <a:pt x="406615" y="155321"/>
                  </a:lnTo>
                  <a:lnTo>
                    <a:pt x="410324" y="155321"/>
                  </a:lnTo>
                  <a:close/>
                </a:path>
                <a:path w="1746250" h="155575">
                  <a:moveTo>
                    <a:pt x="437184" y="155321"/>
                  </a:moveTo>
                  <a:lnTo>
                    <a:pt x="429755" y="141884"/>
                  </a:lnTo>
                  <a:lnTo>
                    <a:pt x="433476" y="155321"/>
                  </a:lnTo>
                  <a:lnTo>
                    <a:pt x="437184" y="155321"/>
                  </a:lnTo>
                  <a:close/>
                </a:path>
                <a:path w="1746250" h="155575">
                  <a:moveTo>
                    <a:pt x="464045" y="155321"/>
                  </a:moveTo>
                  <a:lnTo>
                    <a:pt x="456615" y="141884"/>
                  </a:lnTo>
                  <a:lnTo>
                    <a:pt x="460336" y="155321"/>
                  </a:lnTo>
                  <a:lnTo>
                    <a:pt x="464045" y="155321"/>
                  </a:lnTo>
                  <a:close/>
                </a:path>
                <a:path w="1746250" h="155575">
                  <a:moveTo>
                    <a:pt x="490905" y="155321"/>
                  </a:moveTo>
                  <a:lnTo>
                    <a:pt x="483476" y="141884"/>
                  </a:lnTo>
                  <a:lnTo>
                    <a:pt x="487197" y="155321"/>
                  </a:lnTo>
                  <a:lnTo>
                    <a:pt x="490905" y="155321"/>
                  </a:lnTo>
                  <a:close/>
                </a:path>
                <a:path w="1746250" h="155575">
                  <a:moveTo>
                    <a:pt x="517753" y="155321"/>
                  </a:moveTo>
                  <a:lnTo>
                    <a:pt x="510336" y="141884"/>
                  </a:lnTo>
                  <a:lnTo>
                    <a:pt x="514057" y="155321"/>
                  </a:lnTo>
                  <a:lnTo>
                    <a:pt x="517753" y="155321"/>
                  </a:lnTo>
                  <a:close/>
                </a:path>
                <a:path w="1746250" h="155575">
                  <a:moveTo>
                    <a:pt x="544614" y="155321"/>
                  </a:moveTo>
                  <a:lnTo>
                    <a:pt x="537197" y="141884"/>
                  </a:lnTo>
                  <a:lnTo>
                    <a:pt x="540905" y="155321"/>
                  </a:lnTo>
                  <a:lnTo>
                    <a:pt x="544614" y="155321"/>
                  </a:lnTo>
                  <a:close/>
                </a:path>
                <a:path w="1746250" h="155575">
                  <a:moveTo>
                    <a:pt x="571474" y="155321"/>
                  </a:moveTo>
                  <a:lnTo>
                    <a:pt x="564045" y="141884"/>
                  </a:lnTo>
                  <a:lnTo>
                    <a:pt x="567766" y="155321"/>
                  </a:lnTo>
                  <a:lnTo>
                    <a:pt x="571474" y="155321"/>
                  </a:lnTo>
                  <a:close/>
                </a:path>
                <a:path w="1746250" h="155575">
                  <a:moveTo>
                    <a:pt x="598335" y="155321"/>
                  </a:moveTo>
                  <a:lnTo>
                    <a:pt x="590905" y="141884"/>
                  </a:lnTo>
                  <a:lnTo>
                    <a:pt x="594626" y="155321"/>
                  </a:lnTo>
                  <a:lnTo>
                    <a:pt x="598335" y="155321"/>
                  </a:lnTo>
                  <a:close/>
                </a:path>
                <a:path w="1746250" h="155575">
                  <a:moveTo>
                    <a:pt x="625195" y="155321"/>
                  </a:moveTo>
                  <a:lnTo>
                    <a:pt x="617766" y="141884"/>
                  </a:lnTo>
                  <a:lnTo>
                    <a:pt x="621487" y="155321"/>
                  </a:lnTo>
                  <a:lnTo>
                    <a:pt x="625195" y="155321"/>
                  </a:lnTo>
                  <a:close/>
                </a:path>
                <a:path w="1746250" h="155575">
                  <a:moveTo>
                    <a:pt x="652056" y="155321"/>
                  </a:moveTo>
                  <a:lnTo>
                    <a:pt x="644626" y="141884"/>
                  </a:lnTo>
                  <a:lnTo>
                    <a:pt x="648347" y="155321"/>
                  </a:lnTo>
                  <a:lnTo>
                    <a:pt x="652056" y="155321"/>
                  </a:lnTo>
                  <a:close/>
                </a:path>
                <a:path w="1746250" h="155575">
                  <a:moveTo>
                    <a:pt x="678916" y="155321"/>
                  </a:moveTo>
                  <a:lnTo>
                    <a:pt x="671487" y="141884"/>
                  </a:lnTo>
                  <a:lnTo>
                    <a:pt x="675208" y="155321"/>
                  </a:lnTo>
                  <a:lnTo>
                    <a:pt x="678916" y="155321"/>
                  </a:lnTo>
                  <a:close/>
                </a:path>
                <a:path w="1746250" h="155575">
                  <a:moveTo>
                    <a:pt x="705777" y="155321"/>
                  </a:moveTo>
                  <a:lnTo>
                    <a:pt x="698347" y="141884"/>
                  </a:lnTo>
                  <a:lnTo>
                    <a:pt x="702068" y="155321"/>
                  </a:lnTo>
                  <a:lnTo>
                    <a:pt x="705777" y="155321"/>
                  </a:lnTo>
                  <a:close/>
                </a:path>
                <a:path w="1746250" h="155575">
                  <a:moveTo>
                    <a:pt x="732637" y="155321"/>
                  </a:moveTo>
                  <a:lnTo>
                    <a:pt x="725208" y="141884"/>
                  </a:lnTo>
                  <a:lnTo>
                    <a:pt x="728929" y="155321"/>
                  </a:lnTo>
                  <a:lnTo>
                    <a:pt x="732637" y="155321"/>
                  </a:lnTo>
                  <a:close/>
                </a:path>
                <a:path w="1746250" h="155575">
                  <a:moveTo>
                    <a:pt x="759498" y="155321"/>
                  </a:moveTo>
                  <a:lnTo>
                    <a:pt x="752068" y="141884"/>
                  </a:lnTo>
                  <a:lnTo>
                    <a:pt x="755789" y="155321"/>
                  </a:lnTo>
                  <a:lnTo>
                    <a:pt x="759498" y="155321"/>
                  </a:lnTo>
                  <a:close/>
                </a:path>
                <a:path w="1746250" h="155575">
                  <a:moveTo>
                    <a:pt x="786358" y="155321"/>
                  </a:moveTo>
                  <a:lnTo>
                    <a:pt x="778929" y="141884"/>
                  </a:lnTo>
                  <a:lnTo>
                    <a:pt x="782650" y="155321"/>
                  </a:lnTo>
                  <a:lnTo>
                    <a:pt x="786358" y="155321"/>
                  </a:lnTo>
                  <a:close/>
                </a:path>
                <a:path w="1746250" h="155575">
                  <a:moveTo>
                    <a:pt x="813219" y="155321"/>
                  </a:moveTo>
                  <a:lnTo>
                    <a:pt x="805789" y="141884"/>
                  </a:lnTo>
                  <a:lnTo>
                    <a:pt x="809510" y="155321"/>
                  </a:lnTo>
                  <a:lnTo>
                    <a:pt x="813219" y="155321"/>
                  </a:lnTo>
                  <a:close/>
                </a:path>
                <a:path w="1746250" h="155575">
                  <a:moveTo>
                    <a:pt x="840079" y="155321"/>
                  </a:moveTo>
                  <a:lnTo>
                    <a:pt x="832650" y="141884"/>
                  </a:lnTo>
                  <a:lnTo>
                    <a:pt x="836371" y="155321"/>
                  </a:lnTo>
                  <a:lnTo>
                    <a:pt x="840079" y="155321"/>
                  </a:lnTo>
                  <a:close/>
                </a:path>
                <a:path w="1746250" h="155575">
                  <a:moveTo>
                    <a:pt x="866940" y="155321"/>
                  </a:moveTo>
                  <a:lnTo>
                    <a:pt x="859510" y="141884"/>
                  </a:lnTo>
                  <a:lnTo>
                    <a:pt x="863231" y="155321"/>
                  </a:lnTo>
                  <a:lnTo>
                    <a:pt x="866940" y="155321"/>
                  </a:lnTo>
                  <a:close/>
                </a:path>
                <a:path w="1746250" h="155575">
                  <a:moveTo>
                    <a:pt x="893800" y="155321"/>
                  </a:moveTo>
                  <a:lnTo>
                    <a:pt x="886371" y="141884"/>
                  </a:lnTo>
                  <a:lnTo>
                    <a:pt x="890092" y="155321"/>
                  </a:lnTo>
                  <a:lnTo>
                    <a:pt x="893800" y="155321"/>
                  </a:lnTo>
                  <a:close/>
                </a:path>
                <a:path w="1746250" h="155575">
                  <a:moveTo>
                    <a:pt x="920661" y="155321"/>
                  </a:moveTo>
                  <a:lnTo>
                    <a:pt x="913231" y="141884"/>
                  </a:lnTo>
                  <a:lnTo>
                    <a:pt x="916952" y="155321"/>
                  </a:lnTo>
                  <a:lnTo>
                    <a:pt x="920661" y="155321"/>
                  </a:lnTo>
                  <a:close/>
                </a:path>
                <a:path w="1746250" h="155575">
                  <a:moveTo>
                    <a:pt x="947521" y="155321"/>
                  </a:moveTo>
                  <a:lnTo>
                    <a:pt x="940092" y="141884"/>
                  </a:lnTo>
                  <a:lnTo>
                    <a:pt x="943813" y="155321"/>
                  </a:lnTo>
                  <a:lnTo>
                    <a:pt x="947521" y="155321"/>
                  </a:lnTo>
                  <a:close/>
                </a:path>
                <a:path w="1746250" h="155575">
                  <a:moveTo>
                    <a:pt x="974382" y="155321"/>
                  </a:moveTo>
                  <a:lnTo>
                    <a:pt x="966952" y="141884"/>
                  </a:lnTo>
                  <a:lnTo>
                    <a:pt x="970673" y="155321"/>
                  </a:lnTo>
                  <a:lnTo>
                    <a:pt x="974382" y="155321"/>
                  </a:lnTo>
                  <a:close/>
                </a:path>
                <a:path w="1746250" h="155575">
                  <a:moveTo>
                    <a:pt x="1001229" y="155321"/>
                  </a:moveTo>
                  <a:lnTo>
                    <a:pt x="993813" y="141884"/>
                  </a:lnTo>
                  <a:lnTo>
                    <a:pt x="997534" y="155321"/>
                  </a:lnTo>
                  <a:lnTo>
                    <a:pt x="1001229" y="155321"/>
                  </a:lnTo>
                  <a:close/>
                </a:path>
                <a:path w="1746250" h="155575">
                  <a:moveTo>
                    <a:pt x="1028090" y="155321"/>
                  </a:moveTo>
                  <a:lnTo>
                    <a:pt x="1020673" y="141884"/>
                  </a:lnTo>
                  <a:lnTo>
                    <a:pt x="1024394" y="155321"/>
                  </a:lnTo>
                  <a:lnTo>
                    <a:pt x="1028090" y="155321"/>
                  </a:lnTo>
                  <a:close/>
                </a:path>
                <a:path w="1746250" h="155575">
                  <a:moveTo>
                    <a:pt x="1054950" y="155321"/>
                  </a:moveTo>
                  <a:lnTo>
                    <a:pt x="1047534" y="141884"/>
                  </a:lnTo>
                  <a:lnTo>
                    <a:pt x="1051255" y="155321"/>
                  </a:lnTo>
                  <a:lnTo>
                    <a:pt x="1054950" y="155321"/>
                  </a:lnTo>
                  <a:close/>
                </a:path>
                <a:path w="1746250" h="155575">
                  <a:moveTo>
                    <a:pt x="1081811" y="155321"/>
                  </a:moveTo>
                  <a:lnTo>
                    <a:pt x="1074394" y="141884"/>
                  </a:lnTo>
                  <a:lnTo>
                    <a:pt x="1078103" y="155321"/>
                  </a:lnTo>
                  <a:lnTo>
                    <a:pt x="1081811" y="155321"/>
                  </a:lnTo>
                  <a:close/>
                </a:path>
                <a:path w="1746250" h="155575">
                  <a:moveTo>
                    <a:pt x="1108671" y="155321"/>
                  </a:moveTo>
                  <a:lnTo>
                    <a:pt x="1101242" y="141884"/>
                  </a:lnTo>
                  <a:lnTo>
                    <a:pt x="1104963" y="155321"/>
                  </a:lnTo>
                  <a:lnTo>
                    <a:pt x="1108671" y="155321"/>
                  </a:lnTo>
                  <a:close/>
                </a:path>
                <a:path w="1746250" h="155575">
                  <a:moveTo>
                    <a:pt x="1135532" y="155321"/>
                  </a:moveTo>
                  <a:lnTo>
                    <a:pt x="1128102" y="141884"/>
                  </a:lnTo>
                  <a:lnTo>
                    <a:pt x="1131824" y="155321"/>
                  </a:lnTo>
                  <a:lnTo>
                    <a:pt x="1135532" y="155321"/>
                  </a:lnTo>
                  <a:close/>
                </a:path>
                <a:path w="1746250" h="155575">
                  <a:moveTo>
                    <a:pt x="1162392" y="155321"/>
                  </a:moveTo>
                  <a:lnTo>
                    <a:pt x="1154963" y="141884"/>
                  </a:lnTo>
                  <a:lnTo>
                    <a:pt x="1158684" y="155321"/>
                  </a:lnTo>
                  <a:lnTo>
                    <a:pt x="1162392" y="155321"/>
                  </a:lnTo>
                  <a:close/>
                </a:path>
                <a:path w="1746250" h="155575">
                  <a:moveTo>
                    <a:pt x="1189253" y="155321"/>
                  </a:moveTo>
                  <a:lnTo>
                    <a:pt x="1181823" y="141884"/>
                  </a:lnTo>
                  <a:lnTo>
                    <a:pt x="1185545" y="155321"/>
                  </a:lnTo>
                  <a:lnTo>
                    <a:pt x="1189253" y="155321"/>
                  </a:lnTo>
                  <a:close/>
                </a:path>
                <a:path w="1746250" h="155575">
                  <a:moveTo>
                    <a:pt x="1216113" y="155321"/>
                  </a:moveTo>
                  <a:lnTo>
                    <a:pt x="1208684" y="141884"/>
                  </a:lnTo>
                  <a:lnTo>
                    <a:pt x="1212405" y="155321"/>
                  </a:lnTo>
                  <a:lnTo>
                    <a:pt x="1216113" y="155321"/>
                  </a:lnTo>
                  <a:close/>
                </a:path>
                <a:path w="1746250" h="155575">
                  <a:moveTo>
                    <a:pt x="1242974" y="155321"/>
                  </a:moveTo>
                  <a:lnTo>
                    <a:pt x="1235544" y="141884"/>
                  </a:lnTo>
                  <a:lnTo>
                    <a:pt x="1239266" y="155321"/>
                  </a:lnTo>
                  <a:lnTo>
                    <a:pt x="1242974" y="155321"/>
                  </a:lnTo>
                  <a:close/>
                </a:path>
                <a:path w="1746250" h="155575">
                  <a:moveTo>
                    <a:pt x="1269834" y="155321"/>
                  </a:moveTo>
                  <a:lnTo>
                    <a:pt x="1262405" y="141884"/>
                  </a:lnTo>
                  <a:lnTo>
                    <a:pt x="1266126" y="155321"/>
                  </a:lnTo>
                  <a:lnTo>
                    <a:pt x="1269834" y="155321"/>
                  </a:lnTo>
                  <a:close/>
                </a:path>
                <a:path w="1746250" h="155575">
                  <a:moveTo>
                    <a:pt x="1296695" y="155321"/>
                  </a:moveTo>
                  <a:lnTo>
                    <a:pt x="1289265" y="141884"/>
                  </a:lnTo>
                  <a:lnTo>
                    <a:pt x="1292987" y="155321"/>
                  </a:lnTo>
                  <a:lnTo>
                    <a:pt x="1296695" y="155321"/>
                  </a:lnTo>
                  <a:close/>
                </a:path>
                <a:path w="1746250" h="155575">
                  <a:moveTo>
                    <a:pt x="1323555" y="155321"/>
                  </a:moveTo>
                  <a:lnTo>
                    <a:pt x="1316126" y="141884"/>
                  </a:lnTo>
                  <a:lnTo>
                    <a:pt x="1319847" y="155321"/>
                  </a:lnTo>
                  <a:lnTo>
                    <a:pt x="1323555" y="155321"/>
                  </a:lnTo>
                  <a:close/>
                </a:path>
                <a:path w="1746250" h="155575">
                  <a:moveTo>
                    <a:pt x="1350416" y="155321"/>
                  </a:moveTo>
                  <a:lnTo>
                    <a:pt x="1342986" y="141884"/>
                  </a:lnTo>
                  <a:lnTo>
                    <a:pt x="1346708" y="155321"/>
                  </a:lnTo>
                  <a:lnTo>
                    <a:pt x="1350416" y="155321"/>
                  </a:lnTo>
                  <a:close/>
                </a:path>
                <a:path w="1746250" h="155575">
                  <a:moveTo>
                    <a:pt x="1377276" y="155321"/>
                  </a:moveTo>
                  <a:lnTo>
                    <a:pt x="1369847" y="141884"/>
                  </a:lnTo>
                  <a:lnTo>
                    <a:pt x="1373568" y="155321"/>
                  </a:lnTo>
                  <a:lnTo>
                    <a:pt x="1377276" y="155321"/>
                  </a:lnTo>
                  <a:close/>
                </a:path>
                <a:path w="1746250" h="155575">
                  <a:moveTo>
                    <a:pt x="1404137" y="155321"/>
                  </a:moveTo>
                  <a:lnTo>
                    <a:pt x="1396707" y="141884"/>
                  </a:lnTo>
                  <a:lnTo>
                    <a:pt x="1400429" y="155321"/>
                  </a:lnTo>
                  <a:lnTo>
                    <a:pt x="1404137" y="155321"/>
                  </a:lnTo>
                  <a:close/>
                </a:path>
                <a:path w="1746250" h="155575">
                  <a:moveTo>
                    <a:pt x="1430997" y="155321"/>
                  </a:moveTo>
                  <a:lnTo>
                    <a:pt x="1423568" y="141884"/>
                  </a:lnTo>
                  <a:lnTo>
                    <a:pt x="1427289" y="155321"/>
                  </a:lnTo>
                  <a:lnTo>
                    <a:pt x="1430997" y="155321"/>
                  </a:lnTo>
                  <a:close/>
                </a:path>
                <a:path w="1746250" h="155575">
                  <a:moveTo>
                    <a:pt x="1457858" y="155321"/>
                  </a:moveTo>
                  <a:lnTo>
                    <a:pt x="1450428" y="141884"/>
                  </a:lnTo>
                  <a:lnTo>
                    <a:pt x="1454150" y="155321"/>
                  </a:lnTo>
                  <a:lnTo>
                    <a:pt x="1457858" y="155321"/>
                  </a:lnTo>
                  <a:close/>
                </a:path>
                <a:path w="1746250" h="155575">
                  <a:moveTo>
                    <a:pt x="1484718" y="155321"/>
                  </a:moveTo>
                  <a:lnTo>
                    <a:pt x="1477289" y="141884"/>
                  </a:lnTo>
                  <a:lnTo>
                    <a:pt x="1481010" y="155321"/>
                  </a:lnTo>
                  <a:lnTo>
                    <a:pt x="1484718" y="155321"/>
                  </a:lnTo>
                  <a:close/>
                </a:path>
                <a:path w="1746250" h="155575">
                  <a:moveTo>
                    <a:pt x="1511579" y="155321"/>
                  </a:moveTo>
                  <a:lnTo>
                    <a:pt x="1504149" y="141884"/>
                  </a:lnTo>
                  <a:lnTo>
                    <a:pt x="1507871" y="155321"/>
                  </a:lnTo>
                  <a:lnTo>
                    <a:pt x="1511579" y="155321"/>
                  </a:lnTo>
                  <a:close/>
                </a:path>
                <a:path w="1746250" h="155575">
                  <a:moveTo>
                    <a:pt x="1538427" y="155321"/>
                  </a:moveTo>
                  <a:lnTo>
                    <a:pt x="1531010" y="141884"/>
                  </a:lnTo>
                  <a:lnTo>
                    <a:pt x="1534731" y="155321"/>
                  </a:lnTo>
                  <a:lnTo>
                    <a:pt x="1538427" y="155321"/>
                  </a:lnTo>
                  <a:close/>
                </a:path>
                <a:path w="1746250" h="155575">
                  <a:moveTo>
                    <a:pt x="1565300" y="155321"/>
                  </a:moveTo>
                  <a:lnTo>
                    <a:pt x="1557870" y="141884"/>
                  </a:lnTo>
                  <a:lnTo>
                    <a:pt x="1561592" y="155321"/>
                  </a:lnTo>
                  <a:lnTo>
                    <a:pt x="1565300" y="155321"/>
                  </a:lnTo>
                  <a:close/>
                </a:path>
                <a:path w="1746250" h="155575">
                  <a:moveTo>
                    <a:pt x="1592148" y="155321"/>
                  </a:moveTo>
                  <a:lnTo>
                    <a:pt x="1584731" y="141884"/>
                  </a:lnTo>
                  <a:lnTo>
                    <a:pt x="1588452" y="155321"/>
                  </a:lnTo>
                  <a:lnTo>
                    <a:pt x="1592148" y="155321"/>
                  </a:lnTo>
                  <a:close/>
                </a:path>
                <a:path w="1746250" h="155575">
                  <a:moveTo>
                    <a:pt x="1619008" y="155321"/>
                  </a:moveTo>
                  <a:lnTo>
                    <a:pt x="1611591" y="141884"/>
                  </a:lnTo>
                  <a:lnTo>
                    <a:pt x="1615300" y="155321"/>
                  </a:lnTo>
                  <a:lnTo>
                    <a:pt x="1619008" y="155321"/>
                  </a:lnTo>
                  <a:close/>
                </a:path>
                <a:path w="1746250" h="155575">
                  <a:moveTo>
                    <a:pt x="1645869" y="155321"/>
                  </a:moveTo>
                  <a:lnTo>
                    <a:pt x="1638439" y="141884"/>
                  </a:lnTo>
                  <a:lnTo>
                    <a:pt x="1642160" y="155321"/>
                  </a:lnTo>
                  <a:lnTo>
                    <a:pt x="1645869" y="155321"/>
                  </a:lnTo>
                  <a:close/>
                </a:path>
                <a:path w="1746250" h="155575">
                  <a:moveTo>
                    <a:pt x="1672729" y="155321"/>
                  </a:moveTo>
                  <a:lnTo>
                    <a:pt x="1665300" y="141884"/>
                  </a:lnTo>
                  <a:lnTo>
                    <a:pt x="1669021" y="155321"/>
                  </a:lnTo>
                  <a:lnTo>
                    <a:pt x="1672729" y="155321"/>
                  </a:lnTo>
                  <a:close/>
                </a:path>
                <a:path w="1746250" h="155575">
                  <a:moveTo>
                    <a:pt x="1699590" y="155321"/>
                  </a:moveTo>
                  <a:lnTo>
                    <a:pt x="1692160" y="141884"/>
                  </a:lnTo>
                  <a:lnTo>
                    <a:pt x="1695881" y="155321"/>
                  </a:lnTo>
                  <a:lnTo>
                    <a:pt x="1699590" y="155321"/>
                  </a:lnTo>
                  <a:close/>
                </a:path>
                <a:path w="1746250" h="155575">
                  <a:moveTo>
                    <a:pt x="1726450" y="155321"/>
                  </a:moveTo>
                  <a:lnTo>
                    <a:pt x="1719021" y="141884"/>
                  </a:lnTo>
                  <a:lnTo>
                    <a:pt x="1722742" y="155321"/>
                  </a:lnTo>
                  <a:lnTo>
                    <a:pt x="1726450" y="155321"/>
                  </a:lnTo>
                  <a:close/>
                </a:path>
                <a:path w="1746250" h="155575">
                  <a:moveTo>
                    <a:pt x="1745792" y="134353"/>
                  </a:moveTo>
                  <a:lnTo>
                    <a:pt x="1732356" y="141782"/>
                  </a:lnTo>
                  <a:lnTo>
                    <a:pt x="1745792" y="138061"/>
                  </a:lnTo>
                  <a:lnTo>
                    <a:pt x="1745792" y="134353"/>
                  </a:lnTo>
                  <a:close/>
                </a:path>
                <a:path w="1746250" h="155575">
                  <a:moveTo>
                    <a:pt x="1745792" y="107492"/>
                  </a:moveTo>
                  <a:lnTo>
                    <a:pt x="1732356" y="114922"/>
                  </a:lnTo>
                  <a:lnTo>
                    <a:pt x="1745792" y="111201"/>
                  </a:lnTo>
                  <a:lnTo>
                    <a:pt x="1745792" y="107492"/>
                  </a:lnTo>
                  <a:close/>
                </a:path>
                <a:path w="1746250" h="155575">
                  <a:moveTo>
                    <a:pt x="1745792" y="80619"/>
                  </a:moveTo>
                  <a:lnTo>
                    <a:pt x="1732356" y="88049"/>
                  </a:lnTo>
                  <a:lnTo>
                    <a:pt x="1745792" y="84328"/>
                  </a:lnTo>
                  <a:lnTo>
                    <a:pt x="1745792" y="80619"/>
                  </a:lnTo>
                  <a:close/>
                </a:path>
                <a:path w="1746250" h="155575">
                  <a:moveTo>
                    <a:pt x="1745792" y="53746"/>
                  </a:moveTo>
                  <a:lnTo>
                    <a:pt x="1732356" y="61175"/>
                  </a:lnTo>
                  <a:lnTo>
                    <a:pt x="1745792" y="57454"/>
                  </a:lnTo>
                  <a:lnTo>
                    <a:pt x="1745792" y="53746"/>
                  </a:lnTo>
                  <a:close/>
                </a:path>
                <a:path w="1746250" h="155575">
                  <a:moveTo>
                    <a:pt x="1745792" y="26873"/>
                  </a:moveTo>
                  <a:lnTo>
                    <a:pt x="1732356" y="34302"/>
                  </a:lnTo>
                  <a:lnTo>
                    <a:pt x="1745792" y="30581"/>
                  </a:lnTo>
                  <a:lnTo>
                    <a:pt x="1745792" y="26873"/>
                  </a:lnTo>
                  <a:close/>
                </a:path>
                <a:path w="1746250" h="155575">
                  <a:moveTo>
                    <a:pt x="1745792" y="0"/>
                  </a:moveTo>
                  <a:lnTo>
                    <a:pt x="1732356" y="7429"/>
                  </a:lnTo>
                  <a:lnTo>
                    <a:pt x="1745792" y="3708"/>
                  </a:lnTo>
                  <a:lnTo>
                    <a:pt x="17457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6311811" y="3046361"/>
              <a:ext cx="1887855" cy="13970"/>
            </a:xfrm>
            <a:custGeom>
              <a:avLst/>
              <a:gdLst/>
              <a:ahLst/>
              <a:cxnLst/>
              <a:rect l="l" t="t" r="r" b="b"/>
              <a:pathLst>
                <a:path w="1887854" h="13969">
                  <a:moveTo>
                    <a:pt x="7429" y="13436"/>
                  </a:moveTo>
                  <a:lnTo>
                    <a:pt x="0" y="0"/>
                  </a:lnTo>
                  <a:lnTo>
                    <a:pt x="3721" y="13436"/>
                  </a:lnTo>
                  <a:lnTo>
                    <a:pt x="7429" y="13436"/>
                  </a:lnTo>
                  <a:close/>
                </a:path>
                <a:path w="1887854" h="13969">
                  <a:moveTo>
                    <a:pt x="34290" y="13436"/>
                  </a:moveTo>
                  <a:lnTo>
                    <a:pt x="26860" y="0"/>
                  </a:lnTo>
                  <a:lnTo>
                    <a:pt x="30581" y="13436"/>
                  </a:lnTo>
                  <a:lnTo>
                    <a:pt x="34290" y="13436"/>
                  </a:lnTo>
                  <a:close/>
                </a:path>
                <a:path w="1887854" h="13969">
                  <a:moveTo>
                    <a:pt x="61150" y="13436"/>
                  </a:moveTo>
                  <a:lnTo>
                    <a:pt x="53721" y="0"/>
                  </a:lnTo>
                  <a:lnTo>
                    <a:pt x="57442" y="13436"/>
                  </a:lnTo>
                  <a:lnTo>
                    <a:pt x="61150" y="13436"/>
                  </a:lnTo>
                  <a:close/>
                </a:path>
                <a:path w="1887854" h="13969">
                  <a:moveTo>
                    <a:pt x="88011" y="13436"/>
                  </a:moveTo>
                  <a:lnTo>
                    <a:pt x="80581" y="0"/>
                  </a:lnTo>
                  <a:lnTo>
                    <a:pt x="84302" y="13436"/>
                  </a:lnTo>
                  <a:lnTo>
                    <a:pt x="88011" y="13436"/>
                  </a:lnTo>
                  <a:close/>
                </a:path>
                <a:path w="1887854" h="13969">
                  <a:moveTo>
                    <a:pt x="114871" y="13436"/>
                  </a:moveTo>
                  <a:lnTo>
                    <a:pt x="107442" y="0"/>
                  </a:lnTo>
                  <a:lnTo>
                    <a:pt x="111163" y="13436"/>
                  </a:lnTo>
                  <a:lnTo>
                    <a:pt x="114871" y="13436"/>
                  </a:lnTo>
                  <a:close/>
                </a:path>
                <a:path w="1887854" h="13969">
                  <a:moveTo>
                    <a:pt x="141732" y="13436"/>
                  </a:moveTo>
                  <a:lnTo>
                    <a:pt x="134302" y="0"/>
                  </a:lnTo>
                  <a:lnTo>
                    <a:pt x="138023" y="13436"/>
                  </a:lnTo>
                  <a:lnTo>
                    <a:pt x="141732" y="13436"/>
                  </a:lnTo>
                  <a:close/>
                </a:path>
                <a:path w="1887854" h="13969">
                  <a:moveTo>
                    <a:pt x="168592" y="13436"/>
                  </a:moveTo>
                  <a:lnTo>
                    <a:pt x="161163" y="0"/>
                  </a:lnTo>
                  <a:lnTo>
                    <a:pt x="164884" y="13436"/>
                  </a:lnTo>
                  <a:lnTo>
                    <a:pt x="168592" y="13436"/>
                  </a:lnTo>
                  <a:close/>
                </a:path>
                <a:path w="1887854" h="13969">
                  <a:moveTo>
                    <a:pt x="195453" y="13436"/>
                  </a:moveTo>
                  <a:lnTo>
                    <a:pt x="188023" y="0"/>
                  </a:lnTo>
                  <a:lnTo>
                    <a:pt x="191744" y="13436"/>
                  </a:lnTo>
                  <a:lnTo>
                    <a:pt x="195453" y="13436"/>
                  </a:lnTo>
                  <a:close/>
                </a:path>
                <a:path w="1887854" h="13969">
                  <a:moveTo>
                    <a:pt x="222288" y="13436"/>
                  </a:moveTo>
                  <a:lnTo>
                    <a:pt x="214884" y="0"/>
                  </a:lnTo>
                  <a:lnTo>
                    <a:pt x="218605" y="13436"/>
                  </a:lnTo>
                  <a:lnTo>
                    <a:pt x="222288" y="13436"/>
                  </a:lnTo>
                  <a:close/>
                </a:path>
                <a:path w="1887854" h="13969">
                  <a:moveTo>
                    <a:pt x="249148" y="13436"/>
                  </a:moveTo>
                  <a:lnTo>
                    <a:pt x="241744" y="0"/>
                  </a:lnTo>
                  <a:lnTo>
                    <a:pt x="245465" y="13436"/>
                  </a:lnTo>
                  <a:lnTo>
                    <a:pt x="249148" y="13436"/>
                  </a:lnTo>
                  <a:close/>
                </a:path>
                <a:path w="1887854" h="13969">
                  <a:moveTo>
                    <a:pt x="276021" y="13436"/>
                  </a:moveTo>
                  <a:lnTo>
                    <a:pt x="268605" y="0"/>
                  </a:lnTo>
                  <a:lnTo>
                    <a:pt x="272300" y="13436"/>
                  </a:lnTo>
                  <a:lnTo>
                    <a:pt x="276021" y="13436"/>
                  </a:lnTo>
                  <a:close/>
                </a:path>
                <a:path w="1887854" h="13969">
                  <a:moveTo>
                    <a:pt x="302882" y="13436"/>
                  </a:moveTo>
                  <a:lnTo>
                    <a:pt x="295440" y="0"/>
                  </a:lnTo>
                  <a:lnTo>
                    <a:pt x="299161" y="13436"/>
                  </a:lnTo>
                  <a:lnTo>
                    <a:pt x="302882" y="13436"/>
                  </a:lnTo>
                  <a:close/>
                </a:path>
                <a:path w="1887854" h="13969">
                  <a:moveTo>
                    <a:pt x="329742" y="13436"/>
                  </a:moveTo>
                  <a:lnTo>
                    <a:pt x="322300" y="0"/>
                  </a:lnTo>
                  <a:lnTo>
                    <a:pt x="326021" y="13436"/>
                  </a:lnTo>
                  <a:lnTo>
                    <a:pt x="329742" y="13436"/>
                  </a:lnTo>
                  <a:close/>
                </a:path>
                <a:path w="1887854" h="13969">
                  <a:moveTo>
                    <a:pt x="356603" y="13436"/>
                  </a:moveTo>
                  <a:lnTo>
                    <a:pt x="349173" y="0"/>
                  </a:lnTo>
                  <a:lnTo>
                    <a:pt x="352894" y="13436"/>
                  </a:lnTo>
                  <a:lnTo>
                    <a:pt x="356603" y="13436"/>
                  </a:lnTo>
                  <a:close/>
                </a:path>
                <a:path w="1887854" h="13969">
                  <a:moveTo>
                    <a:pt x="383463" y="13436"/>
                  </a:moveTo>
                  <a:lnTo>
                    <a:pt x="376034" y="0"/>
                  </a:lnTo>
                  <a:lnTo>
                    <a:pt x="379755" y="13436"/>
                  </a:lnTo>
                  <a:lnTo>
                    <a:pt x="383463" y="13436"/>
                  </a:lnTo>
                  <a:close/>
                </a:path>
                <a:path w="1887854" h="13969">
                  <a:moveTo>
                    <a:pt x="410324" y="13436"/>
                  </a:moveTo>
                  <a:lnTo>
                    <a:pt x="402894" y="0"/>
                  </a:lnTo>
                  <a:lnTo>
                    <a:pt x="406615" y="13436"/>
                  </a:lnTo>
                  <a:lnTo>
                    <a:pt x="410324" y="13436"/>
                  </a:lnTo>
                  <a:close/>
                </a:path>
                <a:path w="1887854" h="13969">
                  <a:moveTo>
                    <a:pt x="437184" y="13436"/>
                  </a:moveTo>
                  <a:lnTo>
                    <a:pt x="429755" y="0"/>
                  </a:lnTo>
                  <a:lnTo>
                    <a:pt x="433476" y="13436"/>
                  </a:lnTo>
                  <a:lnTo>
                    <a:pt x="437184" y="13436"/>
                  </a:lnTo>
                  <a:close/>
                </a:path>
                <a:path w="1887854" h="13969">
                  <a:moveTo>
                    <a:pt x="464045" y="13436"/>
                  </a:moveTo>
                  <a:lnTo>
                    <a:pt x="456615" y="0"/>
                  </a:lnTo>
                  <a:lnTo>
                    <a:pt x="460336" y="13436"/>
                  </a:lnTo>
                  <a:lnTo>
                    <a:pt x="464045" y="13436"/>
                  </a:lnTo>
                  <a:close/>
                </a:path>
                <a:path w="1887854" h="13969">
                  <a:moveTo>
                    <a:pt x="490905" y="13436"/>
                  </a:moveTo>
                  <a:lnTo>
                    <a:pt x="483476" y="0"/>
                  </a:lnTo>
                  <a:lnTo>
                    <a:pt x="487197" y="13436"/>
                  </a:lnTo>
                  <a:lnTo>
                    <a:pt x="490905" y="13436"/>
                  </a:lnTo>
                  <a:close/>
                </a:path>
                <a:path w="1887854" h="13969">
                  <a:moveTo>
                    <a:pt x="517766" y="13436"/>
                  </a:moveTo>
                  <a:lnTo>
                    <a:pt x="510336" y="0"/>
                  </a:lnTo>
                  <a:lnTo>
                    <a:pt x="514057" y="13436"/>
                  </a:lnTo>
                  <a:lnTo>
                    <a:pt x="517766" y="13436"/>
                  </a:lnTo>
                  <a:close/>
                </a:path>
                <a:path w="1887854" h="13969">
                  <a:moveTo>
                    <a:pt x="544626" y="13436"/>
                  </a:moveTo>
                  <a:lnTo>
                    <a:pt x="537197" y="0"/>
                  </a:lnTo>
                  <a:lnTo>
                    <a:pt x="540918" y="13436"/>
                  </a:lnTo>
                  <a:lnTo>
                    <a:pt x="544626" y="13436"/>
                  </a:lnTo>
                  <a:close/>
                </a:path>
                <a:path w="1887854" h="13969">
                  <a:moveTo>
                    <a:pt x="571487" y="13436"/>
                  </a:moveTo>
                  <a:lnTo>
                    <a:pt x="564057" y="0"/>
                  </a:lnTo>
                  <a:lnTo>
                    <a:pt x="567778" y="13436"/>
                  </a:lnTo>
                  <a:lnTo>
                    <a:pt x="571487" y="13436"/>
                  </a:lnTo>
                  <a:close/>
                </a:path>
                <a:path w="1887854" h="13969">
                  <a:moveTo>
                    <a:pt x="598347" y="13436"/>
                  </a:moveTo>
                  <a:lnTo>
                    <a:pt x="590918" y="0"/>
                  </a:lnTo>
                  <a:lnTo>
                    <a:pt x="594639" y="13436"/>
                  </a:lnTo>
                  <a:lnTo>
                    <a:pt x="598347" y="13436"/>
                  </a:lnTo>
                  <a:close/>
                </a:path>
                <a:path w="1887854" h="13969">
                  <a:moveTo>
                    <a:pt x="625208" y="13436"/>
                  </a:moveTo>
                  <a:lnTo>
                    <a:pt x="617778" y="0"/>
                  </a:lnTo>
                  <a:lnTo>
                    <a:pt x="621499" y="13436"/>
                  </a:lnTo>
                  <a:lnTo>
                    <a:pt x="625208" y="13436"/>
                  </a:lnTo>
                  <a:close/>
                </a:path>
                <a:path w="1887854" h="13969">
                  <a:moveTo>
                    <a:pt x="652068" y="13436"/>
                  </a:moveTo>
                  <a:lnTo>
                    <a:pt x="644639" y="0"/>
                  </a:lnTo>
                  <a:lnTo>
                    <a:pt x="648360" y="13436"/>
                  </a:lnTo>
                  <a:lnTo>
                    <a:pt x="652068" y="13436"/>
                  </a:lnTo>
                  <a:close/>
                </a:path>
                <a:path w="1887854" h="13969">
                  <a:moveTo>
                    <a:pt x="678929" y="13436"/>
                  </a:moveTo>
                  <a:lnTo>
                    <a:pt x="671499" y="0"/>
                  </a:lnTo>
                  <a:lnTo>
                    <a:pt x="675220" y="13436"/>
                  </a:lnTo>
                  <a:lnTo>
                    <a:pt x="678929" y="13436"/>
                  </a:lnTo>
                  <a:close/>
                </a:path>
                <a:path w="1887854" h="13969">
                  <a:moveTo>
                    <a:pt x="705789" y="13436"/>
                  </a:moveTo>
                  <a:lnTo>
                    <a:pt x="698360" y="0"/>
                  </a:lnTo>
                  <a:lnTo>
                    <a:pt x="702081" y="13436"/>
                  </a:lnTo>
                  <a:lnTo>
                    <a:pt x="705789" y="13436"/>
                  </a:lnTo>
                  <a:close/>
                </a:path>
                <a:path w="1887854" h="13969">
                  <a:moveTo>
                    <a:pt x="732650" y="13436"/>
                  </a:moveTo>
                  <a:lnTo>
                    <a:pt x="725220" y="0"/>
                  </a:lnTo>
                  <a:lnTo>
                    <a:pt x="728941" y="13436"/>
                  </a:lnTo>
                  <a:lnTo>
                    <a:pt x="732650" y="13436"/>
                  </a:lnTo>
                  <a:close/>
                </a:path>
                <a:path w="1887854" h="13969">
                  <a:moveTo>
                    <a:pt x="759498" y="13436"/>
                  </a:moveTo>
                  <a:lnTo>
                    <a:pt x="752081" y="0"/>
                  </a:lnTo>
                  <a:lnTo>
                    <a:pt x="755802" y="13436"/>
                  </a:lnTo>
                  <a:lnTo>
                    <a:pt x="759498" y="13436"/>
                  </a:lnTo>
                  <a:close/>
                </a:path>
                <a:path w="1887854" h="13969">
                  <a:moveTo>
                    <a:pt x="786358" y="13436"/>
                  </a:moveTo>
                  <a:lnTo>
                    <a:pt x="778941" y="0"/>
                  </a:lnTo>
                  <a:lnTo>
                    <a:pt x="782662" y="13436"/>
                  </a:lnTo>
                  <a:lnTo>
                    <a:pt x="786358" y="13436"/>
                  </a:lnTo>
                  <a:close/>
                </a:path>
                <a:path w="1887854" h="13969">
                  <a:moveTo>
                    <a:pt x="813219" y="13436"/>
                  </a:moveTo>
                  <a:lnTo>
                    <a:pt x="805802" y="0"/>
                  </a:lnTo>
                  <a:lnTo>
                    <a:pt x="809523" y="13436"/>
                  </a:lnTo>
                  <a:lnTo>
                    <a:pt x="813219" y="13436"/>
                  </a:lnTo>
                  <a:close/>
                </a:path>
                <a:path w="1887854" h="13969">
                  <a:moveTo>
                    <a:pt x="840079" y="13436"/>
                  </a:moveTo>
                  <a:lnTo>
                    <a:pt x="832650" y="0"/>
                  </a:lnTo>
                  <a:lnTo>
                    <a:pt x="836371" y="13436"/>
                  </a:lnTo>
                  <a:lnTo>
                    <a:pt x="840079" y="13436"/>
                  </a:lnTo>
                  <a:close/>
                </a:path>
                <a:path w="1887854" h="13969">
                  <a:moveTo>
                    <a:pt x="866940" y="13436"/>
                  </a:moveTo>
                  <a:lnTo>
                    <a:pt x="859523" y="0"/>
                  </a:lnTo>
                  <a:lnTo>
                    <a:pt x="863231" y="13436"/>
                  </a:lnTo>
                  <a:lnTo>
                    <a:pt x="866940" y="13436"/>
                  </a:lnTo>
                  <a:close/>
                </a:path>
                <a:path w="1887854" h="13969">
                  <a:moveTo>
                    <a:pt x="893800" y="13436"/>
                  </a:moveTo>
                  <a:lnTo>
                    <a:pt x="886371" y="0"/>
                  </a:lnTo>
                  <a:lnTo>
                    <a:pt x="890092" y="13436"/>
                  </a:lnTo>
                  <a:lnTo>
                    <a:pt x="893800" y="13436"/>
                  </a:lnTo>
                  <a:close/>
                </a:path>
                <a:path w="1887854" h="13969">
                  <a:moveTo>
                    <a:pt x="920661" y="13436"/>
                  </a:moveTo>
                  <a:lnTo>
                    <a:pt x="913231" y="0"/>
                  </a:lnTo>
                  <a:lnTo>
                    <a:pt x="916952" y="13436"/>
                  </a:lnTo>
                  <a:lnTo>
                    <a:pt x="920661" y="13436"/>
                  </a:lnTo>
                  <a:close/>
                </a:path>
                <a:path w="1887854" h="13969">
                  <a:moveTo>
                    <a:pt x="947521" y="13436"/>
                  </a:moveTo>
                  <a:lnTo>
                    <a:pt x="940092" y="0"/>
                  </a:lnTo>
                  <a:lnTo>
                    <a:pt x="943813" y="13436"/>
                  </a:lnTo>
                  <a:lnTo>
                    <a:pt x="947521" y="13436"/>
                  </a:lnTo>
                  <a:close/>
                </a:path>
                <a:path w="1887854" h="13969">
                  <a:moveTo>
                    <a:pt x="974382" y="13436"/>
                  </a:moveTo>
                  <a:lnTo>
                    <a:pt x="966952" y="0"/>
                  </a:lnTo>
                  <a:lnTo>
                    <a:pt x="970673" y="13436"/>
                  </a:lnTo>
                  <a:lnTo>
                    <a:pt x="974382" y="13436"/>
                  </a:lnTo>
                  <a:close/>
                </a:path>
                <a:path w="1887854" h="13969">
                  <a:moveTo>
                    <a:pt x="1001242" y="13436"/>
                  </a:moveTo>
                  <a:lnTo>
                    <a:pt x="993813" y="0"/>
                  </a:lnTo>
                  <a:lnTo>
                    <a:pt x="997534" y="13436"/>
                  </a:lnTo>
                  <a:lnTo>
                    <a:pt x="1001242" y="13436"/>
                  </a:lnTo>
                  <a:close/>
                </a:path>
                <a:path w="1887854" h="13969">
                  <a:moveTo>
                    <a:pt x="1028103" y="13436"/>
                  </a:moveTo>
                  <a:lnTo>
                    <a:pt x="1020673" y="0"/>
                  </a:lnTo>
                  <a:lnTo>
                    <a:pt x="1024394" y="13436"/>
                  </a:lnTo>
                  <a:lnTo>
                    <a:pt x="1028103" y="13436"/>
                  </a:lnTo>
                  <a:close/>
                </a:path>
                <a:path w="1887854" h="13969">
                  <a:moveTo>
                    <a:pt x="1054963" y="13436"/>
                  </a:moveTo>
                  <a:lnTo>
                    <a:pt x="1047534" y="0"/>
                  </a:lnTo>
                  <a:lnTo>
                    <a:pt x="1051255" y="13436"/>
                  </a:lnTo>
                  <a:lnTo>
                    <a:pt x="1054963" y="13436"/>
                  </a:lnTo>
                  <a:close/>
                </a:path>
                <a:path w="1887854" h="13969">
                  <a:moveTo>
                    <a:pt x="1081824" y="13436"/>
                  </a:moveTo>
                  <a:lnTo>
                    <a:pt x="1074394" y="0"/>
                  </a:lnTo>
                  <a:lnTo>
                    <a:pt x="1078115" y="13436"/>
                  </a:lnTo>
                  <a:lnTo>
                    <a:pt x="1081824" y="13436"/>
                  </a:lnTo>
                  <a:close/>
                </a:path>
                <a:path w="1887854" h="13969">
                  <a:moveTo>
                    <a:pt x="1108684" y="13436"/>
                  </a:moveTo>
                  <a:lnTo>
                    <a:pt x="1101255" y="0"/>
                  </a:lnTo>
                  <a:lnTo>
                    <a:pt x="1104976" y="13436"/>
                  </a:lnTo>
                  <a:lnTo>
                    <a:pt x="1108684" y="13436"/>
                  </a:lnTo>
                  <a:close/>
                </a:path>
                <a:path w="1887854" h="13969">
                  <a:moveTo>
                    <a:pt x="1135545" y="13436"/>
                  </a:moveTo>
                  <a:lnTo>
                    <a:pt x="1128115" y="0"/>
                  </a:lnTo>
                  <a:lnTo>
                    <a:pt x="1131836" y="13436"/>
                  </a:lnTo>
                  <a:lnTo>
                    <a:pt x="1135545" y="13436"/>
                  </a:lnTo>
                  <a:close/>
                </a:path>
                <a:path w="1887854" h="13969">
                  <a:moveTo>
                    <a:pt x="1162405" y="13436"/>
                  </a:moveTo>
                  <a:lnTo>
                    <a:pt x="1154976" y="0"/>
                  </a:lnTo>
                  <a:lnTo>
                    <a:pt x="1158697" y="13436"/>
                  </a:lnTo>
                  <a:lnTo>
                    <a:pt x="1162405" y="13436"/>
                  </a:lnTo>
                  <a:close/>
                </a:path>
                <a:path w="1887854" h="13969">
                  <a:moveTo>
                    <a:pt x="1189266" y="13436"/>
                  </a:moveTo>
                  <a:lnTo>
                    <a:pt x="1181836" y="0"/>
                  </a:lnTo>
                  <a:lnTo>
                    <a:pt x="1185557" y="13436"/>
                  </a:lnTo>
                  <a:lnTo>
                    <a:pt x="1189266" y="13436"/>
                  </a:lnTo>
                  <a:close/>
                </a:path>
                <a:path w="1887854" h="13969">
                  <a:moveTo>
                    <a:pt x="1216126" y="13436"/>
                  </a:moveTo>
                  <a:lnTo>
                    <a:pt x="1208697" y="0"/>
                  </a:lnTo>
                  <a:lnTo>
                    <a:pt x="1212418" y="13436"/>
                  </a:lnTo>
                  <a:lnTo>
                    <a:pt x="1216126" y="13436"/>
                  </a:lnTo>
                  <a:close/>
                </a:path>
                <a:path w="1887854" h="13969">
                  <a:moveTo>
                    <a:pt x="1242987" y="13436"/>
                  </a:moveTo>
                  <a:lnTo>
                    <a:pt x="1235557" y="0"/>
                  </a:lnTo>
                  <a:lnTo>
                    <a:pt x="1239278" y="13436"/>
                  </a:lnTo>
                  <a:lnTo>
                    <a:pt x="1242987" y="13436"/>
                  </a:lnTo>
                  <a:close/>
                </a:path>
                <a:path w="1887854" h="13969">
                  <a:moveTo>
                    <a:pt x="1269834" y="13436"/>
                  </a:moveTo>
                  <a:lnTo>
                    <a:pt x="1262418" y="0"/>
                  </a:lnTo>
                  <a:lnTo>
                    <a:pt x="1266139" y="13436"/>
                  </a:lnTo>
                  <a:lnTo>
                    <a:pt x="1269834" y="13436"/>
                  </a:lnTo>
                  <a:close/>
                </a:path>
                <a:path w="1887854" h="13969">
                  <a:moveTo>
                    <a:pt x="1296708" y="13436"/>
                  </a:moveTo>
                  <a:lnTo>
                    <a:pt x="1289278" y="0"/>
                  </a:lnTo>
                  <a:lnTo>
                    <a:pt x="1292999" y="13436"/>
                  </a:lnTo>
                  <a:lnTo>
                    <a:pt x="1296708" y="13436"/>
                  </a:lnTo>
                  <a:close/>
                </a:path>
                <a:path w="1887854" h="13969">
                  <a:moveTo>
                    <a:pt x="1323555" y="13436"/>
                  </a:moveTo>
                  <a:lnTo>
                    <a:pt x="1316139" y="0"/>
                  </a:lnTo>
                  <a:lnTo>
                    <a:pt x="1319860" y="13436"/>
                  </a:lnTo>
                  <a:lnTo>
                    <a:pt x="1323555" y="13436"/>
                  </a:lnTo>
                  <a:close/>
                </a:path>
                <a:path w="1887854" h="13969">
                  <a:moveTo>
                    <a:pt x="1350416" y="13436"/>
                  </a:moveTo>
                  <a:lnTo>
                    <a:pt x="1342999" y="0"/>
                  </a:lnTo>
                  <a:lnTo>
                    <a:pt x="1346708" y="13436"/>
                  </a:lnTo>
                  <a:lnTo>
                    <a:pt x="1350416" y="13436"/>
                  </a:lnTo>
                  <a:close/>
                </a:path>
                <a:path w="1887854" h="13969">
                  <a:moveTo>
                    <a:pt x="1377276" y="13436"/>
                  </a:moveTo>
                  <a:lnTo>
                    <a:pt x="1369847" y="0"/>
                  </a:lnTo>
                  <a:lnTo>
                    <a:pt x="1373581" y="13436"/>
                  </a:lnTo>
                  <a:lnTo>
                    <a:pt x="1377276" y="13436"/>
                  </a:lnTo>
                  <a:close/>
                </a:path>
                <a:path w="1887854" h="13969">
                  <a:moveTo>
                    <a:pt x="1404137" y="13436"/>
                  </a:moveTo>
                  <a:lnTo>
                    <a:pt x="1396707" y="0"/>
                  </a:lnTo>
                  <a:lnTo>
                    <a:pt x="1400429" y="13436"/>
                  </a:lnTo>
                  <a:lnTo>
                    <a:pt x="1404137" y="13436"/>
                  </a:lnTo>
                  <a:close/>
                </a:path>
                <a:path w="1887854" h="13969">
                  <a:moveTo>
                    <a:pt x="1430997" y="13436"/>
                  </a:moveTo>
                  <a:lnTo>
                    <a:pt x="1423568" y="0"/>
                  </a:lnTo>
                  <a:lnTo>
                    <a:pt x="1427289" y="13436"/>
                  </a:lnTo>
                  <a:lnTo>
                    <a:pt x="1430997" y="13436"/>
                  </a:lnTo>
                  <a:close/>
                </a:path>
                <a:path w="1887854" h="13969">
                  <a:moveTo>
                    <a:pt x="1457858" y="13436"/>
                  </a:moveTo>
                  <a:lnTo>
                    <a:pt x="1450428" y="0"/>
                  </a:lnTo>
                  <a:lnTo>
                    <a:pt x="1454150" y="13436"/>
                  </a:lnTo>
                  <a:lnTo>
                    <a:pt x="1457858" y="13436"/>
                  </a:lnTo>
                  <a:close/>
                </a:path>
                <a:path w="1887854" h="13969">
                  <a:moveTo>
                    <a:pt x="1484718" y="13436"/>
                  </a:moveTo>
                  <a:lnTo>
                    <a:pt x="1477289" y="0"/>
                  </a:lnTo>
                  <a:lnTo>
                    <a:pt x="1481010" y="13436"/>
                  </a:lnTo>
                  <a:lnTo>
                    <a:pt x="1484718" y="13436"/>
                  </a:lnTo>
                  <a:close/>
                </a:path>
                <a:path w="1887854" h="13969">
                  <a:moveTo>
                    <a:pt x="1511579" y="13436"/>
                  </a:moveTo>
                  <a:lnTo>
                    <a:pt x="1504149" y="0"/>
                  </a:lnTo>
                  <a:lnTo>
                    <a:pt x="1507871" y="13436"/>
                  </a:lnTo>
                  <a:lnTo>
                    <a:pt x="1511579" y="13436"/>
                  </a:lnTo>
                  <a:close/>
                </a:path>
                <a:path w="1887854" h="13969">
                  <a:moveTo>
                    <a:pt x="1538439" y="13436"/>
                  </a:moveTo>
                  <a:lnTo>
                    <a:pt x="1531010" y="0"/>
                  </a:lnTo>
                  <a:lnTo>
                    <a:pt x="1534731" y="13436"/>
                  </a:lnTo>
                  <a:lnTo>
                    <a:pt x="1538439" y="13436"/>
                  </a:lnTo>
                  <a:close/>
                </a:path>
                <a:path w="1887854" h="13969">
                  <a:moveTo>
                    <a:pt x="1565300" y="13436"/>
                  </a:moveTo>
                  <a:lnTo>
                    <a:pt x="1557870" y="0"/>
                  </a:lnTo>
                  <a:lnTo>
                    <a:pt x="1561592" y="13436"/>
                  </a:lnTo>
                  <a:lnTo>
                    <a:pt x="1565300" y="13436"/>
                  </a:lnTo>
                  <a:close/>
                </a:path>
                <a:path w="1887854" h="13969">
                  <a:moveTo>
                    <a:pt x="1592160" y="13436"/>
                  </a:moveTo>
                  <a:lnTo>
                    <a:pt x="1584731" y="0"/>
                  </a:lnTo>
                  <a:lnTo>
                    <a:pt x="1588452" y="13436"/>
                  </a:lnTo>
                  <a:lnTo>
                    <a:pt x="1592160" y="13436"/>
                  </a:lnTo>
                  <a:close/>
                </a:path>
                <a:path w="1887854" h="13969">
                  <a:moveTo>
                    <a:pt x="1619021" y="13436"/>
                  </a:moveTo>
                  <a:lnTo>
                    <a:pt x="1611591" y="0"/>
                  </a:lnTo>
                  <a:lnTo>
                    <a:pt x="1615313" y="13436"/>
                  </a:lnTo>
                  <a:lnTo>
                    <a:pt x="1619021" y="13436"/>
                  </a:lnTo>
                  <a:close/>
                </a:path>
                <a:path w="1887854" h="13969">
                  <a:moveTo>
                    <a:pt x="1645881" y="13436"/>
                  </a:moveTo>
                  <a:lnTo>
                    <a:pt x="1638452" y="0"/>
                  </a:lnTo>
                  <a:lnTo>
                    <a:pt x="1642173" y="13436"/>
                  </a:lnTo>
                  <a:lnTo>
                    <a:pt x="1645881" y="13436"/>
                  </a:lnTo>
                  <a:close/>
                </a:path>
                <a:path w="1887854" h="13969">
                  <a:moveTo>
                    <a:pt x="1672742" y="13436"/>
                  </a:moveTo>
                  <a:lnTo>
                    <a:pt x="1665312" y="0"/>
                  </a:lnTo>
                  <a:lnTo>
                    <a:pt x="1669034" y="13436"/>
                  </a:lnTo>
                  <a:lnTo>
                    <a:pt x="1672742" y="13436"/>
                  </a:lnTo>
                  <a:close/>
                </a:path>
                <a:path w="1887854" h="13969">
                  <a:moveTo>
                    <a:pt x="1699602" y="13436"/>
                  </a:moveTo>
                  <a:lnTo>
                    <a:pt x="1692173" y="0"/>
                  </a:lnTo>
                  <a:lnTo>
                    <a:pt x="1695894" y="13436"/>
                  </a:lnTo>
                  <a:lnTo>
                    <a:pt x="1699602" y="13436"/>
                  </a:lnTo>
                  <a:close/>
                </a:path>
                <a:path w="1887854" h="13969">
                  <a:moveTo>
                    <a:pt x="1726463" y="13436"/>
                  </a:moveTo>
                  <a:lnTo>
                    <a:pt x="1719033" y="0"/>
                  </a:lnTo>
                  <a:lnTo>
                    <a:pt x="1722755" y="13436"/>
                  </a:lnTo>
                  <a:lnTo>
                    <a:pt x="1726463" y="13436"/>
                  </a:lnTo>
                  <a:close/>
                </a:path>
                <a:path w="1887854" h="13969">
                  <a:moveTo>
                    <a:pt x="1753323" y="13436"/>
                  </a:moveTo>
                  <a:lnTo>
                    <a:pt x="1745894" y="0"/>
                  </a:lnTo>
                  <a:lnTo>
                    <a:pt x="1749615" y="13436"/>
                  </a:lnTo>
                  <a:lnTo>
                    <a:pt x="1753323" y="13436"/>
                  </a:lnTo>
                  <a:close/>
                </a:path>
                <a:path w="1887854" h="13969">
                  <a:moveTo>
                    <a:pt x="1780184" y="13436"/>
                  </a:moveTo>
                  <a:lnTo>
                    <a:pt x="1772754" y="0"/>
                  </a:lnTo>
                  <a:lnTo>
                    <a:pt x="1776476" y="13436"/>
                  </a:lnTo>
                  <a:lnTo>
                    <a:pt x="1780184" y="13436"/>
                  </a:lnTo>
                  <a:close/>
                </a:path>
                <a:path w="1887854" h="13969">
                  <a:moveTo>
                    <a:pt x="1807044" y="13436"/>
                  </a:moveTo>
                  <a:lnTo>
                    <a:pt x="1799615" y="0"/>
                  </a:lnTo>
                  <a:lnTo>
                    <a:pt x="1803336" y="13436"/>
                  </a:lnTo>
                  <a:lnTo>
                    <a:pt x="1807044" y="13436"/>
                  </a:lnTo>
                  <a:close/>
                </a:path>
                <a:path w="1887854" h="13969">
                  <a:moveTo>
                    <a:pt x="1833892" y="13436"/>
                  </a:moveTo>
                  <a:lnTo>
                    <a:pt x="1826475" y="0"/>
                  </a:lnTo>
                  <a:lnTo>
                    <a:pt x="1830197" y="13436"/>
                  </a:lnTo>
                  <a:lnTo>
                    <a:pt x="1833892" y="13436"/>
                  </a:lnTo>
                  <a:close/>
                </a:path>
                <a:path w="1887854" h="13969">
                  <a:moveTo>
                    <a:pt x="1860753" y="13436"/>
                  </a:moveTo>
                  <a:lnTo>
                    <a:pt x="1853336" y="0"/>
                  </a:lnTo>
                  <a:lnTo>
                    <a:pt x="1857057" y="13436"/>
                  </a:lnTo>
                  <a:lnTo>
                    <a:pt x="1860753" y="13436"/>
                  </a:lnTo>
                  <a:close/>
                </a:path>
                <a:path w="1887854" h="13969">
                  <a:moveTo>
                    <a:pt x="1887613" y="13436"/>
                  </a:moveTo>
                  <a:lnTo>
                    <a:pt x="1880196" y="0"/>
                  </a:lnTo>
                  <a:lnTo>
                    <a:pt x="1883905" y="13436"/>
                  </a:lnTo>
                  <a:lnTo>
                    <a:pt x="1887613" y="13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5586603" y="3046361"/>
              <a:ext cx="732790" cy="13970"/>
            </a:xfrm>
            <a:custGeom>
              <a:avLst/>
              <a:gdLst/>
              <a:ahLst/>
              <a:cxnLst/>
              <a:rect l="l" t="t" r="r" b="b"/>
              <a:pathLst>
                <a:path w="732789" h="13969">
                  <a:moveTo>
                    <a:pt x="7416" y="13436"/>
                  </a:moveTo>
                  <a:lnTo>
                    <a:pt x="0" y="0"/>
                  </a:lnTo>
                  <a:lnTo>
                    <a:pt x="3721" y="13436"/>
                  </a:lnTo>
                  <a:lnTo>
                    <a:pt x="7416" y="13436"/>
                  </a:lnTo>
                  <a:close/>
                </a:path>
                <a:path w="732789" h="13969">
                  <a:moveTo>
                    <a:pt x="34277" y="13436"/>
                  </a:moveTo>
                  <a:lnTo>
                    <a:pt x="26860" y="0"/>
                  </a:lnTo>
                  <a:lnTo>
                    <a:pt x="30568" y="13436"/>
                  </a:lnTo>
                  <a:lnTo>
                    <a:pt x="34277" y="13436"/>
                  </a:lnTo>
                  <a:close/>
                </a:path>
                <a:path w="732789" h="13969">
                  <a:moveTo>
                    <a:pt x="61137" y="13436"/>
                  </a:moveTo>
                  <a:lnTo>
                    <a:pt x="53721" y="0"/>
                  </a:lnTo>
                  <a:lnTo>
                    <a:pt x="57429" y="13436"/>
                  </a:lnTo>
                  <a:lnTo>
                    <a:pt x="61137" y="13436"/>
                  </a:lnTo>
                  <a:close/>
                </a:path>
                <a:path w="732789" h="13969">
                  <a:moveTo>
                    <a:pt x="87998" y="13436"/>
                  </a:moveTo>
                  <a:lnTo>
                    <a:pt x="80568" y="0"/>
                  </a:lnTo>
                  <a:lnTo>
                    <a:pt x="84289" y="13436"/>
                  </a:lnTo>
                  <a:lnTo>
                    <a:pt x="87998" y="13436"/>
                  </a:lnTo>
                  <a:close/>
                </a:path>
                <a:path w="732789" h="13969">
                  <a:moveTo>
                    <a:pt x="114858" y="13436"/>
                  </a:moveTo>
                  <a:lnTo>
                    <a:pt x="107429" y="0"/>
                  </a:lnTo>
                  <a:lnTo>
                    <a:pt x="111150" y="13436"/>
                  </a:lnTo>
                  <a:lnTo>
                    <a:pt x="114858" y="13436"/>
                  </a:lnTo>
                  <a:close/>
                </a:path>
                <a:path w="732789" h="13969">
                  <a:moveTo>
                    <a:pt x="141719" y="13436"/>
                  </a:moveTo>
                  <a:lnTo>
                    <a:pt x="134289" y="0"/>
                  </a:lnTo>
                  <a:lnTo>
                    <a:pt x="138010" y="13436"/>
                  </a:lnTo>
                  <a:lnTo>
                    <a:pt x="141719" y="13436"/>
                  </a:lnTo>
                  <a:close/>
                </a:path>
                <a:path w="732789" h="13969">
                  <a:moveTo>
                    <a:pt x="168579" y="13436"/>
                  </a:moveTo>
                  <a:lnTo>
                    <a:pt x="161150" y="0"/>
                  </a:lnTo>
                  <a:lnTo>
                    <a:pt x="164871" y="13436"/>
                  </a:lnTo>
                  <a:lnTo>
                    <a:pt x="168579" y="13436"/>
                  </a:lnTo>
                  <a:close/>
                </a:path>
                <a:path w="732789" h="13969">
                  <a:moveTo>
                    <a:pt x="195440" y="13436"/>
                  </a:moveTo>
                  <a:lnTo>
                    <a:pt x="188010" y="0"/>
                  </a:lnTo>
                  <a:lnTo>
                    <a:pt x="191731" y="13436"/>
                  </a:lnTo>
                  <a:lnTo>
                    <a:pt x="195440" y="13436"/>
                  </a:lnTo>
                  <a:close/>
                </a:path>
                <a:path w="732789" h="13969">
                  <a:moveTo>
                    <a:pt x="222300" y="13436"/>
                  </a:moveTo>
                  <a:lnTo>
                    <a:pt x="214871" y="0"/>
                  </a:lnTo>
                  <a:lnTo>
                    <a:pt x="218592" y="13436"/>
                  </a:lnTo>
                  <a:lnTo>
                    <a:pt x="222300" y="13436"/>
                  </a:lnTo>
                  <a:close/>
                </a:path>
                <a:path w="732789" h="13969">
                  <a:moveTo>
                    <a:pt x="249161" y="13436"/>
                  </a:moveTo>
                  <a:lnTo>
                    <a:pt x="241731" y="0"/>
                  </a:lnTo>
                  <a:lnTo>
                    <a:pt x="245452" y="13436"/>
                  </a:lnTo>
                  <a:lnTo>
                    <a:pt x="249161" y="13436"/>
                  </a:lnTo>
                  <a:close/>
                </a:path>
                <a:path w="732789" h="13969">
                  <a:moveTo>
                    <a:pt x="276021" y="13436"/>
                  </a:moveTo>
                  <a:lnTo>
                    <a:pt x="268592" y="0"/>
                  </a:lnTo>
                  <a:lnTo>
                    <a:pt x="272313" y="13436"/>
                  </a:lnTo>
                  <a:lnTo>
                    <a:pt x="276021" y="13436"/>
                  </a:lnTo>
                  <a:close/>
                </a:path>
                <a:path w="732789" h="13969">
                  <a:moveTo>
                    <a:pt x="302882" y="13436"/>
                  </a:moveTo>
                  <a:lnTo>
                    <a:pt x="295452" y="0"/>
                  </a:lnTo>
                  <a:lnTo>
                    <a:pt x="299173" y="13436"/>
                  </a:lnTo>
                  <a:lnTo>
                    <a:pt x="302882" y="13436"/>
                  </a:lnTo>
                  <a:close/>
                </a:path>
                <a:path w="732789" h="13969">
                  <a:moveTo>
                    <a:pt x="329742" y="13436"/>
                  </a:moveTo>
                  <a:lnTo>
                    <a:pt x="322313" y="0"/>
                  </a:lnTo>
                  <a:lnTo>
                    <a:pt x="326034" y="13436"/>
                  </a:lnTo>
                  <a:lnTo>
                    <a:pt x="329742" y="13436"/>
                  </a:lnTo>
                  <a:close/>
                </a:path>
                <a:path w="732789" h="13969">
                  <a:moveTo>
                    <a:pt x="356603" y="13436"/>
                  </a:moveTo>
                  <a:lnTo>
                    <a:pt x="349173" y="0"/>
                  </a:lnTo>
                  <a:lnTo>
                    <a:pt x="352894" y="13436"/>
                  </a:lnTo>
                  <a:lnTo>
                    <a:pt x="356603" y="13436"/>
                  </a:lnTo>
                  <a:close/>
                </a:path>
                <a:path w="732789" h="13969">
                  <a:moveTo>
                    <a:pt x="383463" y="13436"/>
                  </a:moveTo>
                  <a:lnTo>
                    <a:pt x="376034" y="0"/>
                  </a:lnTo>
                  <a:lnTo>
                    <a:pt x="379755" y="13436"/>
                  </a:lnTo>
                  <a:lnTo>
                    <a:pt x="383463" y="13436"/>
                  </a:lnTo>
                  <a:close/>
                </a:path>
                <a:path w="732789" h="13969">
                  <a:moveTo>
                    <a:pt x="410324" y="13436"/>
                  </a:moveTo>
                  <a:lnTo>
                    <a:pt x="402894" y="0"/>
                  </a:lnTo>
                  <a:lnTo>
                    <a:pt x="406615" y="13436"/>
                  </a:lnTo>
                  <a:lnTo>
                    <a:pt x="410324" y="13436"/>
                  </a:lnTo>
                  <a:close/>
                </a:path>
                <a:path w="732789" h="13969">
                  <a:moveTo>
                    <a:pt x="437172" y="13436"/>
                  </a:moveTo>
                  <a:lnTo>
                    <a:pt x="429755" y="0"/>
                  </a:lnTo>
                  <a:lnTo>
                    <a:pt x="433476" y="13436"/>
                  </a:lnTo>
                  <a:lnTo>
                    <a:pt x="437172" y="13436"/>
                  </a:lnTo>
                  <a:close/>
                </a:path>
                <a:path w="732789" h="13969">
                  <a:moveTo>
                    <a:pt x="464032" y="13436"/>
                  </a:moveTo>
                  <a:lnTo>
                    <a:pt x="456615" y="0"/>
                  </a:lnTo>
                  <a:lnTo>
                    <a:pt x="460336" y="13436"/>
                  </a:lnTo>
                  <a:lnTo>
                    <a:pt x="464032" y="13436"/>
                  </a:lnTo>
                  <a:close/>
                </a:path>
                <a:path w="732789" h="13969">
                  <a:moveTo>
                    <a:pt x="490893" y="13436"/>
                  </a:moveTo>
                  <a:lnTo>
                    <a:pt x="483476" y="0"/>
                  </a:lnTo>
                  <a:lnTo>
                    <a:pt x="487197" y="13436"/>
                  </a:lnTo>
                  <a:lnTo>
                    <a:pt x="490893" y="13436"/>
                  </a:lnTo>
                  <a:close/>
                </a:path>
                <a:path w="732789" h="13969">
                  <a:moveTo>
                    <a:pt x="517753" y="13436"/>
                  </a:moveTo>
                  <a:lnTo>
                    <a:pt x="510336" y="0"/>
                  </a:lnTo>
                  <a:lnTo>
                    <a:pt x="514045" y="13436"/>
                  </a:lnTo>
                  <a:lnTo>
                    <a:pt x="517753" y="13436"/>
                  </a:lnTo>
                  <a:close/>
                </a:path>
                <a:path w="732789" h="13969">
                  <a:moveTo>
                    <a:pt x="544614" y="13436"/>
                  </a:moveTo>
                  <a:lnTo>
                    <a:pt x="537184" y="0"/>
                  </a:lnTo>
                  <a:lnTo>
                    <a:pt x="540905" y="13436"/>
                  </a:lnTo>
                  <a:lnTo>
                    <a:pt x="544614" y="13436"/>
                  </a:lnTo>
                  <a:close/>
                </a:path>
                <a:path w="732789" h="13969">
                  <a:moveTo>
                    <a:pt x="571474" y="13436"/>
                  </a:moveTo>
                  <a:lnTo>
                    <a:pt x="564045" y="0"/>
                  </a:lnTo>
                  <a:lnTo>
                    <a:pt x="567766" y="13436"/>
                  </a:lnTo>
                  <a:lnTo>
                    <a:pt x="571474" y="13436"/>
                  </a:lnTo>
                  <a:close/>
                </a:path>
                <a:path w="732789" h="13969">
                  <a:moveTo>
                    <a:pt x="598335" y="13436"/>
                  </a:moveTo>
                  <a:lnTo>
                    <a:pt x="590905" y="0"/>
                  </a:lnTo>
                  <a:lnTo>
                    <a:pt x="594626" y="13436"/>
                  </a:lnTo>
                  <a:lnTo>
                    <a:pt x="598335" y="13436"/>
                  </a:lnTo>
                  <a:close/>
                </a:path>
                <a:path w="732789" h="13969">
                  <a:moveTo>
                    <a:pt x="625195" y="13436"/>
                  </a:moveTo>
                  <a:lnTo>
                    <a:pt x="617766" y="0"/>
                  </a:lnTo>
                  <a:lnTo>
                    <a:pt x="621487" y="13436"/>
                  </a:lnTo>
                  <a:lnTo>
                    <a:pt x="625195" y="13436"/>
                  </a:lnTo>
                  <a:close/>
                </a:path>
                <a:path w="732789" h="13969">
                  <a:moveTo>
                    <a:pt x="652056" y="13436"/>
                  </a:moveTo>
                  <a:lnTo>
                    <a:pt x="644626" y="0"/>
                  </a:lnTo>
                  <a:lnTo>
                    <a:pt x="648347" y="13436"/>
                  </a:lnTo>
                  <a:lnTo>
                    <a:pt x="652056" y="13436"/>
                  </a:lnTo>
                  <a:close/>
                </a:path>
                <a:path w="732789" h="13969">
                  <a:moveTo>
                    <a:pt x="678916" y="13436"/>
                  </a:moveTo>
                  <a:lnTo>
                    <a:pt x="671487" y="0"/>
                  </a:lnTo>
                  <a:lnTo>
                    <a:pt x="675208" y="13436"/>
                  </a:lnTo>
                  <a:lnTo>
                    <a:pt x="678916" y="13436"/>
                  </a:lnTo>
                  <a:close/>
                </a:path>
                <a:path w="732789" h="13969">
                  <a:moveTo>
                    <a:pt x="705777" y="13436"/>
                  </a:moveTo>
                  <a:lnTo>
                    <a:pt x="698347" y="0"/>
                  </a:lnTo>
                  <a:lnTo>
                    <a:pt x="702068" y="13436"/>
                  </a:lnTo>
                  <a:lnTo>
                    <a:pt x="705777" y="13436"/>
                  </a:lnTo>
                  <a:close/>
                </a:path>
                <a:path w="732789" h="13969">
                  <a:moveTo>
                    <a:pt x="732637" y="13436"/>
                  </a:moveTo>
                  <a:lnTo>
                    <a:pt x="725208" y="0"/>
                  </a:lnTo>
                  <a:lnTo>
                    <a:pt x="728929" y="13436"/>
                  </a:lnTo>
                  <a:lnTo>
                    <a:pt x="732637" y="13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7749812" y="2643497"/>
              <a:ext cx="93965" cy="94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8394120" y="2643497"/>
              <a:ext cx="93965" cy="94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6749783" y="3053079"/>
              <a:ext cx="80645" cy="725170"/>
            </a:xfrm>
            <a:custGeom>
              <a:avLst/>
              <a:gdLst/>
              <a:ahLst/>
              <a:cxnLst/>
              <a:rect l="l" t="t" r="r" b="b"/>
              <a:pathLst>
                <a:path w="80645" h="725170">
                  <a:moveTo>
                    <a:pt x="80543" y="644588"/>
                  </a:moveTo>
                  <a:lnTo>
                    <a:pt x="60401" y="644588"/>
                  </a:lnTo>
                  <a:lnTo>
                    <a:pt x="60401" y="322300"/>
                  </a:lnTo>
                  <a:lnTo>
                    <a:pt x="60401" y="0"/>
                  </a:lnTo>
                  <a:lnTo>
                    <a:pt x="20142" y="0"/>
                  </a:lnTo>
                  <a:lnTo>
                    <a:pt x="20142" y="322300"/>
                  </a:lnTo>
                  <a:lnTo>
                    <a:pt x="20142" y="644588"/>
                  </a:lnTo>
                  <a:lnTo>
                    <a:pt x="0" y="644588"/>
                  </a:lnTo>
                  <a:lnTo>
                    <a:pt x="40271" y="725170"/>
                  </a:lnTo>
                  <a:lnTo>
                    <a:pt x="70459" y="664743"/>
                  </a:lnTo>
                  <a:lnTo>
                    <a:pt x="80543" y="6445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595809" y="3496028"/>
            <a:ext cx="451245" cy="451245"/>
            <a:chOff x="5897415" y="3852105"/>
            <a:chExt cx="497205" cy="497205"/>
          </a:xfrm>
        </p:grpSpPr>
        <p:sp>
          <p:nvSpPr>
            <p:cNvPr id="29" name="object 29"/>
            <p:cNvSpPr/>
            <p:nvPr/>
          </p:nvSpPr>
          <p:spPr>
            <a:xfrm>
              <a:off x="5904128" y="3858818"/>
              <a:ext cx="483234" cy="483870"/>
            </a:xfrm>
            <a:custGeom>
              <a:avLst/>
              <a:gdLst/>
              <a:ahLst/>
              <a:cxnLst/>
              <a:rect l="l" t="t" r="r" b="b"/>
              <a:pathLst>
                <a:path w="483235" h="483870">
                  <a:moveTo>
                    <a:pt x="241617" y="0"/>
                  </a:moveTo>
                  <a:lnTo>
                    <a:pt x="192920" y="4911"/>
                  </a:lnTo>
                  <a:lnTo>
                    <a:pt x="147564" y="18996"/>
                  </a:lnTo>
                  <a:lnTo>
                    <a:pt x="106522" y="41284"/>
                  </a:lnTo>
                  <a:lnTo>
                    <a:pt x="70764" y="70802"/>
                  </a:lnTo>
                  <a:lnTo>
                    <a:pt x="41261" y="106578"/>
                  </a:lnTo>
                  <a:lnTo>
                    <a:pt x="18986" y="147639"/>
                  </a:lnTo>
                  <a:lnTo>
                    <a:pt x="4908" y="193015"/>
                  </a:lnTo>
                  <a:lnTo>
                    <a:pt x="0" y="241731"/>
                  </a:lnTo>
                  <a:lnTo>
                    <a:pt x="4908" y="290447"/>
                  </a:lnTo>
                  <a:lnTo>
                    <a:pt x="18986" y="335821"/>
                  </a:lnTo>
                  <a:lnTo>
                    <a:pt x="41261" y="376881"/>
                  </a:lnTo>
                  <a:lnTo>
                    <a:pt x="70764" y="412654"/>
                  </a:lnTo>
                  <a:lnTo>
                    <a:pt x="106522" y="442170"/>
                  </a:lnTo>
                  <a:lnTo>
                    <a:pt x="147564" y="464456"/>
                  </a:lnTo>
                  <a:lnTo>
                    <a:pt x="192920" y="478540"/>
                  </a:lnTo>
                  <a:lnTo>
                    <a:pt x="241617" y="483450"/>
                  </a:lnTo>
                  <a:lnTo>
                    <a:pt x="290311" y="478540"/>
                  </a:lnTo>
                  <a:lnTo>
                    <a:pt x="335664" y="464456"/>
                  </a:lnTo>
                  <a:lnTo>
                    <a:pt x="376706" y="442170"/>
                  </a:lnTo>
                  <a:lnTo>
                    <a:pt x="412465" y="412654"/>
                  </a:lnTo>
                  <a:lnTo>
                    <a:pt x="441969" y="376881"/>
                  </a:lnTo>
                  <a:lnTo>
                    <a:pt x="464247" y="335821"/>
                  </a:lnTo>
                  <a:lnTo>
                    <a:pt x="478326" y="290447"/>
                  </a:lnTo>
                  <a:lnTo>
                    <a:pt x="483235" y="241731"/>
                  </a:lnTo>
                  <a:lnTo>
                    <a:pt x="478326" y="193015"/>
                  </a:lnTo>
                  <a:lnTo>
                    <a:pt x="464247" y="147639"/>
                  </a:lnTo>
                  <a:lnTo>
                    <a:pt x="441969" y="106578"/>
                  </a:lnTo>
                  <a:lnTo>
                    <a:pt x="412465" y="70802"/>
                  </a:lnTo>
                  <a:lnTo>
                    <a:pt x="376706" y="41284"/>
                  </a:lnTo>
                  <a:lnTo>
                    <a:pt x="335664" y="18996"/>
                  </a:lnTo>
                  <a:lnTo>
                    <a:pt x="290311" y="4911"/>
                  </a:lnTo>
                  <a:lnTo>
                    <a:pt x="241617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5904128" y="3858818"/>
              <a:ext cx="483234" cy="483870"/>
            </a:xfrm>
            <a:custGeom>
              <a:avLst/>
              <a:gdLst/>
              <a:ahLst/>
              <a:cxnLst/>
              <a:rect l="l" t="t" r="r" b="b"/>
              <a:pathLst>
                <a:path w="483235" h="483870">
                  <a:moveTo>
                    <a:pt x="0" y="241723"/>
                  </a:moveTo>
                  <a:lnTo>
                    <a:pt x="4908" y="193007"/>
                  </a:lnTo>
                  <a:lnTo>
                    <a:pt x="18987" y="147633"/>
                  </a:lnTo>
                  <a:lnTo>
                    <a:pt x="41264" y="106573"/>
                  </a:lnTo>
                  <a:lnTo>
                    <a:pt x="70768" y="70799"/>
                  </a:lnTo>
                  <a:lnTo>
                    <a:pt x="106527" y="41282"/>
                  </a:lnTo>
                  <a:lnTo>
                    <a:pt x="147569" y="18995"/>
                  </a:lnTo>
                  <a:lnTo>
                    <a:pt x="192923" y="4910"/>
                  </a:lnTo>
                  <a:lnTo>
                    <a:pt x="241617" y="0"/>
                  </a:lnTo>
                  <a:lnTo>
                    <a:pt x="290311" y="4910"/>
                  </a:lnTo>
                  <a:lnTo>
                    <a:pt x="335665" y="18995"/>
                  </a:lnTo>
                  <a:lnTo>
                    <a:pt x="376708" y="41282"/>
                  </a:lnTo>
                  <a:lnTo>
                    <a:pt x="412466" y="70799"/>
                  </a:lnTo>
                  <a:lnTo>
                    <a:pt x="441970" y="106573"/>
                  </a:lnTo>
                  <a:lnTo>
                    <a:pt x="464247" y="147633"/>
                  </a:lnTo>
                  <a:lnTo>
                    <a:pt x="478326" y="193007"/>
                  </a:lnTo>
                  <a:lnTo>
                    <a:pt x="483235" y="241723"/>
                  </a:lnTo>
                  <a:lnTo>
                    <a:pt x="478326" y="290438"/>
                  </a:lnTo>
                  <a:lnTo>
                    <a:pt x="464247" y="335812"/>
                  </a:lnTo>
                  <a:lnTo>
                    <a:pt x="441970" y="376872"/>
                  </a:lnTo>
                  <a:lnTo>
                    <a:pt x="412466" y="412647"/>
                  </a:lnTo>
                  <a:lnTo>
                    <a:pt x="376708" y="442163"/>
                  </a:lnTo>
                  <a:lnTo>
                    <a:pt x="335665" y="464450"/>
                  </a:lnTo>
                  <a:lnTo>
                    <a:pt x="290311" y="478535"/>
                  </a:lnTo>
                  <a:lnTo>
                    <a:pt x="241617" y="483446"/>
                  </a:lnTo>
                  <a:lnTo>
                    <a:pt x="192923" y="478535"/>
                  </a:lnTo>
                  <a:lnTo>
                    <a:pt x="147569" y="464450"/>
                  </a:lnTo>
                  <a:lnTo>
                    <a:pt x="106527" y="442163"/>
                  </a:lnTo>
                  <a:lnTo>
                    <a:pt x="70768" y="412647"/>
                  </a:lnTo>
                  <a:lnTo>
                    <a:pt x="41264" y="376872"/>
                  </a:lnTo>
                  <a:lnTo>
                    <a:pt x="18987" y="335812"/>
                  </a:lnTo>
                  <a:lnTo>
                    <a:pt x="4908" y="290438"/>
                  </a:lnTo>
                  <a:lnTo>
                    <a:pt x="0" y="241723"/>
                  </a:lnTo>
                  <a:close/>
                </a:path>
              </a:pathLst>
            </a:custGeom>
            <a:ln w="13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7472941" y="3496028"/>
            <a:ext cx="451245" cy="451245"/>
            <a:chOff x="6863885" y="3852105"/>
            <a:chExt cx="497205" cy="497205"/>
          </a:xfrm>
        </p:grpSpPr>
        <p:sp>
          <p:nvSpPr>
            <p:cNvPr id="32" name="object 32"/>
            <p:cNvSpPr/>
            <p:nvPr/>
          </p:nvSpPr>
          <p:spPr>
            <a:xfrm>
              <a:off x="6870598" y="3858818"/>
              <a:ext cx="483234" cy="483870"/>
            </a:xfrm>
            <a:custGeom>
              <a:avLst/>
              <a:gdLst/>
              <a:ahLst/>
              <a:cxnLst/>
              <a:rect l="l" t="t" r="r" b="b"/>
              <a:pathLst>
                <a:path w="483234" h="483870">
                  <a:moveTo>
                    <a:pt x="241617" y="0"/>
                  </a:moveTo>
                  <a:lnTo>
                    <a:pt x="192920" y="4911"/>
                  </a:lnTo>
                  <a:lnTo>
                    <a:pt x="147564" y="18996"/>
                  </a:lnTo>
                  <a:lnTo>
                    <a:pt x="106522" y="41284"/>
                  </a:lnTo>
                  <a:lnTo>
                    <a:pt x="70764" y="70802"/>
                  </a:lnTo>
                  <a:lnTo>
                    <a:pt x="41261" y="106578"/>
                  </a:lnTo>
                  <a:lnTo>
                    <a:pt x="18986" y="147639"/>
                  </a:lnTo>
                  <a:lnTo>
                    <a:pt x="4908" y="193015"/>
                  </a:lnTo>
                  <a:lnTo>
                    <a:pt x="0" y="241731"/>
                  </a:lnTo>
                  <a:lnTo>
                    <a:pt x="4908" y="290447"/>
                  </a:lnTo>
                  <a:lnTo>
                    <a:pt x="18986" y="335821"/>
                  </a:lnTo>
                  <a:lnTo>
                    <a:pt x="41261" y="376881"/>
                  </a:lnTo>
                  <a:lnTo>
                    <a:pt x="70764" y="412654"/>
                  </a:lnTo>
                  <a:lnTo>
                    <a:pt x="106522" y="442170"/>
                  </a:lnTo>
                  <a:lnTo>
                    <a:pt x="147564" y="464456"/>
                  </a:lnTo>
                  <a:lnTo>
                    <a:pt x="192920" y="478540"/>
                  </a:lnTo>
                  <a:lnTo>
                    <a:pt x="241617" y="483450"/>
                  </a:lnTo>
                  <a:lnTo>
                    <a:pt x="290311" y="478540"/>
                  </a:lnTo>
                  <a:lnTo>
                    <a:pt x="335664" y="464456"/>
                  </a:lnTo>
                  <a:lnTo>
                    <a:pt x="376706" y="442170"/>
                  </a:lnTo>
                  <a:lnTo>
                    <a:pt x="412465" y="412654"/>
                  </a:lnTo>
                  <a:lnTo>
                    <a:pt x="441969" y="376881"/>
                  </a:lnTo>
                  <a:lnTo>
                    <a:pt x="464247" y="335821"/>
                  </a:lnTo>
                  <a:lnTo>
                    <a:pt x="478326" y="290447"/>
                  </a:lnTo>
                  <a:lnTo>
                    <a:pt x="483235" y="241731"/>
                  </a:lnTo>
                  <a:lnTo>
                    <a:pt x="478326" y="193015"/>
                  </a:lnTo>
                  <a:lnTo>
                    <a:pt x="464247" y="147639"/>
                  </a:lnTo>
                  <a:lnTo>
                    <a:pt x="441969" y="106578"/>
                  </a:lnTo>
                  <a:lnTo>
                    <a:pt x="412465" y="70802"/>
                  </a:lnTo>
                  <a:lnTo>
                    <a:pt x="376706" y="41284"/>
                  </a:lnTo>
                  <a:lnTo>
                    <a:pt x="335664" y="18996"/>
                  </a:lnTo>
                  <a:lnTo>
                    <a:pt x="290311" y="4911"/>
                  </a:lnTo>
                  <a:lnTo>
                    <a:pt x="241617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6870598" y="3858818"/>
              <a:ext cx="483234" cy="483870"/>
            </a:xfrm>
            <a:custGeom>
              <a:avLst/>
              <a:gdLst/>
              <a:ahLst/>
              <a:cxnLst/>
              <a:rect l="l" t="t" r="r" b="b"/>
              <a:pathLst>
                <a:path w="483234" h="483870">
                  <a:moveTo>
                    <a:pt x="0" y="241723"/>
                  </a:moveTo>
                  <a:lnTo>
                    <a:pt x="4908" y="193007"/>
                  </a:lnTo>
                  <a:lnTo>
                    <a:pt x="18987" y="147633"/>
                  </a:lnTo>
                  <a:lnTo>
                    <a:pt x="41264" y="106573"/>
                  </a:lnTo>
                  <a:lnTo>
                    <a:pt x="70768" y="70799"/>
                  </a:lnTo>
                  <a:lnTo>
                    <a:pt x="106527" y="41282"/>
                  </a:lnTo>
                  <a:lnTo>
                    <a:pt x="147569" y="18995"/>
                  </a:lnTo>
                  <a:lnTo>
                    <a:pt x="192923" y="4910"/>
                  </a:lnTo>
                  <a:lnTo>
                    <a:pt x="241617" y="0"/>
                  </a:lnTo>
                  <a:lnTo>
                    <a:pt x="290311" y="4910"/>
                  </a:lnTo>
                  <a:lnTo>
                    <a:pt x="335665" y="18995"/>
                  </a:lnTo>
                  <a:lnTo>
                    <a:pt x="376708" y="41282"/>
                  </a:lnTo>
                  <a:lnTo>
                    <a:pt x="412466" y="70799"/>
                  </a:lnTo>
                  <a:lnTo>
                    <a:pt x="441970" y="106573"/>
                  </a:lnTo>
                  <a:lnTo>
                    <a:pt x="464247" y="147633"/>
                  </a:lnTo>
                  <a:lnTo>
                    <a:pt x="478326" y="193007"/>
                  </a:lnTo>
                  <a:lnTo>
                    <a:pt x="483235" y="241723"/>
                  </a:lnTo>
                  <a:lnTo>
                    <a:pt x="478326" y="290438"/>
                  </a:lnTo>
                  <a:lnTo>
                    <a:pt x="464247" y="335812"/>
                  </a:lnTo>
                  <a:lnTo>
                    <a:pt x="441970" y="376872"/>
                  </a:lnTo>
                  <a:lnTo>
                    <a:pt x="412466" y="412647"/>
                  </a:lnTo>
                  <a:lnTo>
                    <a:pt x="376708" y="442163"/>
                  </a:lnTo>
                  <a:lnTo>
                    <a:pt x="335665" y="464450"/>
                  </a:lnTo>
                  <a:lnTo>
                    <a:pt x="290311" y="478535"/>
                  </a:lnTo>
                  <a:lnTo>
                    <a:pt x="241617" y="483446"/>
                  </a:lnTo>
                  <a:lnTo>
                    <a:pt x="192923" y="478535"/>
                  </a:lnTo>
                  <a:lnTo>
                    <a:pt x="147569" y="464450"/>
                  </a:lnTo>
                  <a:lnTo>
                    <a:pt x="106527" y="442163"/>
                  </a:lnTo>
                  <a:lnTo>
                    <a:pt x="70768" y="412647"/>
                  </a:lnTo>
                  <a:lnTo>
                    <a:pt x="41264" y="376872"/>
                  </a:lnTo>
                  <a:lnTo>
                    <a:pt x="18987" y="335812"/>
                  </a:lnTo>
                  <a:lnTo>
                    <a:pt x="4908" y="290438"/>
                  </a:lnTo>
                  <a:lnTo>
                    <a:pt x="0" y="241723"/>
                  </a:lnTo>
                  <a:close/>
                </a:path>
              </a:pathLst>
            </a:custGeom>
            <a:ln w="13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9300292" y="3496028"/>
            <a:ext cx="451245" cy="451245"/>
            <a:chOff x="8877355" y="3852105"/>
            <a:chExt cx="497205" cy="497205"/>
          </a:xfrm>
        </p:grpSpPr>
        <p:sp>
          <p:nvSpPr>
            <p:cNvPr id="35" name="object 35"/>
            <p:cNvSpPr/>
            <p:nvPr/>
          </p:nvSpPr>
          <p:spPr>
            <a:xfrm>
              <a:off x="8884068" y="3858818"/>
              <a:ext cx="483234" cy="483870"/>
            </a:xfrm>
            <a:custGeom>
              <a:avLst/>
              <a:gdLst/>
              <a:ahLst/>
              <a:cxnLst/>
              <a:rect l="l" t="t" r="r" b="b"/>
              <a:pathLst>
                <a:path w="483234" h="483870">
                  <a:moveTo>
                    <a:pt x="241617" y="0"/>
                  </a:moveTo>
                  <a:lnTo>
                    <a:pt x="192923" y="4911"/>
                  </a:lnTo>
                  <a:lnTo>
                    <a:pt x="147570" y="18996"/>
                  </a:lnTo>
                  <a:lnTo>
                    <a:pt x="106528" y="41284"/>
                  </a:lnTo>
                  <a:lnTo>
                    <a:pt x="70769" y="70802"/>
                  </a:lnTo>
                  <a:lnTo>
                    <a:pt x="41265" y="106578"/>
                  </a:lnTo>
                  <a:lnTo>
                    <a:pt x="18987" y="147639"/>
                  </a:lnTo>
                  <a:lnTo>
                    <a:pt x="4908" y="193015"/>
                  </a:lnTo>
                  <a:lnTo>
                    <a:pt x="0" y="241731"/>
                  </a:lnTo>
                  <a:lnTo>
                    <a:pt x="4908" y="290447"/>
                  </a:lnTo>
                  <a:lnTo>
                    <a:pt x="18987" y="335821"/>
                  </a:lnTo>
                  <a:lnTo>
                    <a:pt x="41265" y="376881"/>
                  </a:lnTo>
                  <a:lnTo>
                    <a:pt x="70769" y="412654"/>
                  </a:lnTo>
                  <a:lnTo>
                    <a:pt x="106528" y="442170"/>
                  </a:lnTo>
                  <a:lnTo>
                    <a:pt x="147570" y="464456"/>
                  </a:lnTo>
                  <a:lnTo>
                    <a:pt x="192923" y="478540"/>
                  </a:lnTo>
                  <a:lnTo>
                    <a:pt x="241617" y="483450"/>
                  </a:lnTo>
                  <a:lnTo>
                    <a:pt x="290314" y="478540"/>
                  </a:lnTo>
                  <a:lnTo>
                    <a:pt x="335670" y="464456"/>
                  </a:lnTo>
                  <a:lnTo>
                    <a:pt x="376712" y="442170"/>
                  </a:lnTo>
                  <a:lnTo>
                    <a:pt x="412470" y="412654"/>
                  </a:lnTo>
                  <a:lnTo>
                    <a:pt x="441973" y="376881"/>
                  </a:lnTo>
                  <a:lnTo>
                    <a:pt x="464248" y="335821"/>
                  </a:lnTo>
                  <a:lnTo>
                    <a:pt x="478326" y="290447"/>
                  </a:lnTo>
                  <a:lnTo>
                    <a:pt x="483234" y="241731"/>
                  </a:lnTo>
                  <a:lnTo>
                    <a:pt x="478326" y="193015"/>
                  </a:lnTo>
                  <a:lnTo>
                    <a:pt x="464248" y="147639"/>
                  </a:lnTo>
                  <a:lnTo>
                    <a:pt x="441973" y="106578"/>
                  </a:lnTo>
                  <a:lnTo>
                    <a:pt x="412470" y="70802"/>
                  </a:lnTo>
                  <a:lnTo>
                    <a:pt x="376712" y="41284"/>
                  </a:lnTo>
                  <a:lnTo>
                    <a:pt x="335670" y="18996"/>
                  </a:lnTo>
                  <a:lnTo>
                    <a:pt x="290314" y="4911"/>
                  </a:lnTo>
                  <a:lnTo>
                    <a:pt x="241617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8884068" y="3858818"/>
              <a:ext cx="483234" cy="483870"/>
            </a:xfrm>
            <a:custGeom>
              <a:avLst/>
              <a:gdLst/>
              <a:ahLst/>
              <a:cxnLst/>
              <a:rect l="l" t="t" r="r" b="b"/>
              <a:pathLst>
                <a:path w="483234" h="483870">
                  <a:moveTo>
                    <a:pt x="0" y="241723"/>
                  </a:moveTo>
                  <a:lnTo>
                    <a:pt x="4908" y="193007"/>
                  </a:lnTo>
                  <a:lnTo>
                    <a:pt x="18987" y="147633"/>
                  </a:lnTo>
                  <a:lnTo>
                    <a:pt x="41264" y="106573"/>
                  </a:lnTo>
                  <a:lnTo>
                    <a:pt x="70768" y="70799"/>
                  </a:lnTo>
                  <a:lnTo>
                    <a:pt x="106527" y="41282"/>
                  </a:lnTo>
                  <a:lnTo>
                    <a:pt x="147569" y="18995"/>
                  </a:lnTo>
                  <a:lnTo>
                    <a:pt x="192923" y="4910"/>
                  </a:lnTo>
                  <a:lnTo>
                    <a:pt x="241617" y="0"/>
                  </a:lnTo>
                  <a:lnTo>
                    <a:pt x="290311" y="4910"/>
                  </a:lnTo>
                  <a:lnTo>
                    <a:pt x="335665" y="18995"/>
                  </a:lnTo>
                  <a:lnTo>
                    <a:pt x="376708" y="41282"/>
                  </a:lnTo>
                  <a:lnTo>
                    <a:pt x="412466" y="70799"/>
                  </a:lnTo>
                  <a:lnTo>
                    <a:pt x="441970" y="106573"/>
                  </a:lnTo>
                  <a:lnTo>
                    <a:pt x="464247" y="147633"/>
                  </a:lnTo>
                  <a:lnTo>
                    <a:pt x="478326" y="193007"/>
                  </a:lnTo>
                  <a:lnTo>
                    <a:pt x="483235" y="241723"/>
                  </a:lnTo>
                  <a:lnTo>
                    <a:pt x="478326" y="290438"/>
                  </a:lnTo>
                  <a:lnTo>
                    <a:pt x="464247" y="335812"/>
                  </a:lnTo>
                  <a:lnTo>
                    <a:pt x="441970" y="376872"/>
                  </a:lnTo>
                  <a:lnTo>
                    <a:pt x="412466" y="412647"/>
                  </a:lnTo>
                  <a:lnTo>
                    <a:pt x="376708" y="442163"/>
                  </a:lnTo>
                  <a:lnTo>
                    <a:pt x="335665" y="464450"/>
                  </a:lnTo>
                  <a:lnTo>
                    <a:pt x="290311" y="478535"/>
                  </a:lnTo>
                  <a:lnTo>
                    <a:pt x="241617" y="483446"/>
                  </a:lnTo>
                  <a:lnTo>
                    <a:pt x="192923" y="478535"/>
                  </a:lnTo>
                  <a:lnTo>
                    <a:pt x="147569" y="464450"/>
                  </a:lnTo>
                  <a:lnTo>
                    <a:pt x="106527" y="442163"/>
                  </a:lnTo>
                  <a:lnTo>
                    <a:pt x="70768" y="412647"/>
                  </a:lnTo>
                  <a:lnTo>
                    <a:pt x="41264" y="376872"/>
                  </a:lnTo>
                  <a:lnTo>
                    <a:pt x="18987" y="335812"/>
                  </a:lnTo>
                  <a:lnTo>
                    <a:pt x="4908" y="290438"/>
                  </a:lnTo>
                  <a:lnTo>
                    <a:pt x="0" y="241723"/>
                  </a:lnTo>
                  <a:close/>
                </a:path>
              </a:pathLst>
            </a:custGeom>
            <a:ln w="13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603652" y="3536989"/>
            <a:ext cx="3129323" cy="36083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57633" defTabSz="829909">
              <a:spcBef>
                <a:spcPts val="91"/>
              </a:spcBef>
              <a:tabLst>
                <a:tab pos="934224" algn="l"/>
                <a:tab pos="2761754" algn="l"/>
              </a:tabLst>
              <a:defRPr/>
            </a:pPr>
            <a:r>
              <a:rPr sz="2269" spc="9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14" spc="14" baseline="-16339" dirty="0">
                <a:solidFill>
                  <a:prstClr val="black"/>
                </a:solidFill>
                <a:latin typeface="Arial"/>
                <a:cs typeface="Arial"/>
              </a:rPr>
              <a:t>1	</a:t>
            </a:r>
            <a:r>
              <a:rPr sz="2269" spc="9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14" spc="14" baseline="-16339" dirty="0">
                <a:solidFill>
                  <a:prstClr val="black"/>
                </a:solidFill>
                <a:latin typeface="Arial"/>
                <a:cs typeface="Arial"/>
              </a:rPr>
              <a:t>2	</a:t>
            </a:r>
            <a:r>
              <a:rPr sz="2269" spc="9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14" spc="14" baseline="-16339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endParaRPr sz="2314" baseline="-16339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03423" y="3422902"/>
            <a:ext cx="3959775" cy="670816"/>
            <a:chOff x="5575249" y="3771531"/>
            <a:chExt cx="4363085" cy="739140"/>
          </a:xfrm>
        </p:grpSpPr>
        <p:sp>
          <p:nvSpPr>
            <p:cNvPr id="39" name="object 39"/>
            <p:cNvSpPr/>
            <p:nvPr/>
          </p:nvSpPr>
          <p:spPr>
            <a:xfrm>
              <a:off x="5575249" y="3771531"/>
              <a:ext cx="1179195" cy="722630"/>
            </a:xfrm>
            <a:custGeom>
              <a:avLst/>
              <a:gdLst/>
              <a:ahLst/>
              <a:cxnLst/>
              <a:rect l="l" t="t" r="r" b="b"/>
              <a:pathLst>
                <a:path w="1179195" h="722629">
                  <a:moveTo>
                    <a:pt x="13423" y="714743"/>
                  </a:moveTo>
                  <a:lnTo>
                    <a:pt x="0" y="718464"/>
                  </a:lnTo>
                  <a:lnTo>
                    <a:pt x="0" y="722172"/>
                  </a:lnTo>
                  <a:lnTo>
                    <a:pt x="13423" y="714743"/>
                  </a:lnTo>
                  <a:close/>
                </a:path>
                <a:path w="1179195" h="722629">
                  <a:moveTo>
                    <a:pt x="13423" y="687870"/>
                  </a:moveTo>
                  <a:lnTo>
                    <a:pt x="0" y="691591"/>
                  </a:lnTo>
                  <a:lnTo>
                    <a:pt x="0" y="695299"/>
                  </a:lnTo>
                  <a:lnTo>
                    <a:pt x="13423" y="687870"/>
                  </a:lnTo>
                  <a:close/>
                </a:path>
                <a:path w="1179195" h="722629">
                  <a:moveTo>
                    <a:pt x="13423" y="660996"/>
                  </a:moveTo>
                  <a:lnTo>
                    <a:pt x="0" y="664718"/>
                  </a:lnTo>
                  <a:lnTo>
                    <a:pt x="0" y="668426"/>
                  </a:lnTo>
                  <a:lnTo>
                    <a:pt x="13423" y="660996"/>
                  </a:lnTo>
                  <a:close/>
                </a:path>
                <a:path w="1179195" h="722629">
                  <a:moveTo>
                    <a:pt x="13423" y="634123"/>
                  </a:moveTo>
                  <a:lnTo>
                    <a:pt x="0" y="637844"/>
                  </a:lnTo>
                  <a:lnTo>
                    <a:pt x="0" y="641553"/>
                  </a:lnTo>
                  <a:lnTo>
                    <a:pt x="13423" y="634123"/>
                  </a:lnTo>
                  <a:close/>
                </a:path>
                <a:path w="1179195" h="722629">
                  <a:moveTo>
                    <a:pt x="13423" y="607250"/>
                  </a:moveTo>
                  <a:lnTo>
                    <a:pt x="0" y="610971"/>
                  </a:lnTo>
                  <a:lnTo>
                    <a:pt x="0" y="614680"/>
                  </a:lnTo>
                  <a:lnTo>
                    <a:pt x="13423" y="607250"/>
                  </a:lnTo>
                  <a:close/>
                </a:path>
                <a:path w="1179195" h="722629">
                  <a:moveTo>
                    <a:pt x="13423" y="580377"/>
                  </a:moveTo>
                  <a:lnTo>
                    <a:pt x="0" y="584098"/>
                  </a:lnTo>
                  <a:lnTo>
                    <a:pt x="0" y="587806"/>
                  </a:lnTo>
                  <a:lnTo>
                    <a:pt x="13423" y="580377"/>
                  </a:lnTo>
                  <a:close/>
                </a:path>
                <a:path w="1179195" h="722629">
                  <a:moveTo>
                    <a:pt x="13423" y="553504"/>
                  </a:moveTo>
                  <a:lnTo>
                    <a:pt x="0" y="557225"/>
                  </a:lnTo>
                  <a:lnTo>
                    <a:pt x="0" y="560933"/>
                  </a:lnTo>
                  <a:lnTo>
                    <a:pt x="13423" y="553504"/>
                  </a:lnTo>
                  <a:close/>
                </a:path>
                <a:path w="1179195" h="722629">
                  <a:moveTo>
                    <a:pt x="13423" y="526630"/>
                  </a:moveTo>
                  <a:lnTo>
                    <a:pt x="0" y="530377"/>
                  </a:lnTo>
                  <a:lnTo>
                    <a:pt x="0" y="534073"/>
                  </a:lnTo>
                  <a:lnTo>
                    <a:pt x="13423" y="526630"/>
                  </a:lnTo>
                  <a:close/>
                </a:path>
                <a:path w="1179195" h="722629">
                  <a:moveTo>
                    <a:pt x="13423" y="499770"/>
                  </a:moveTo>
                  <a:lnTo>
                    <a:pt x="0" y="503491"/>
                  </a:lnTo>
                  <a:lnTo>
                    <a:pt x="0" y="507212"/>
                  </a:lnTo>
                  <a:lnTo>
                    <a:pt x="13423" y="499770"/>
                  </a:lnTo>
                  <a:close/>
                </a:path>
                <a:path w="1179195" h="722629">
                  <a:moveTo>
                    <a:pt x="13423" y="472897"/>
                  </a:moveTo>
                  <a:lnTo>
                    <a:pt x="0" y="476618"/>
                  </a:lnTo>
                  <a:lnTo>
                    <a:pt x="0" y="480326"/>
                  </a:lnTo>
                  <a:lnTo>
                    <a:pt x="13423" y="472897"/>
                  </a:lnTo>
                  <a:close/>
                </a:path>
                <a:path w="1179195" h="722629">
                  <a:moveTo>
                    <a:pt x="13423" y="446024"/>
                  </a:moveTo>
                  <a:lnTo>
                    <a:pt x="0" y="449745"/>
                  </a:lnTo>
                  <a:lnTo>
                    <a:pt x="0" y="453453"/>
                  </a:lnTo>
                  <a:lnTo>
                    <a:pt x="13423" y="446024"/>
                  </a:lnTo>
                  <a:close/>
                </a:path>
                <a:path w="1179195" h="722629">
                  <a:moveTo>
                    <a:pt x="13423" y="419150"/>
                  </a:moveTo>
                  <a:lnTo>
                    <a:pt x="0" y="422871"/>
                  </a:lnTo>
                  <a:lnTo>
                    <a:pt x="0" y="426580"/>
                  </a:lnTo>
                  <a:lnTo>
                    <a:pt x="13423" y="419150"/>
                  </a:lnTo>
                  <a:close/>
                </a:path>
                <a:path w="1179195" h="722629">
                  <a:moveTo>
                    <a:pt x="13423" y="392277"/>
                  </a:moveTo>
                  <a:lnTo>
                    <a:pt x="0" y="395998"/>
                  </a:lnTo>
                  <a:lnTo>
                    <a:pt x="0" y="399707"/>
                  </a:lnTo>
                  <a:lnTo>
                    <a:pt x="13423" y="392277"/>
                  </a:lnTo>
                  <a:close/>
                </a:path>
                <a:path w="1179195" h="722629">
                  <a:moveTo>
                    <a:pt x="13423" y="365404"/>
                  </a:moveTo>
                  <a:lnTo>
                    <a:pt x="0" y="369125"/>
                  </a:lnTo>
                  <a:lnTo>
                    <a:pt x="0" y="372833"/>
                  </a:lnTo>
                  <a:lnTo>
                    <a:pt x="13423" y="365404"/>
                  </a:lnTo>
                  <a:close/>
                </a:path>
                <a:path w="1179195" h="722629">
                  <a:moveTo>
                    <a:pt x="13423" y="338531"/>
                  </a:moveTo>
                  <a:lnTo>
                    <a:pt x="0" y="342252"/>
                  </a:lnTo>
                  <a:lnTo>
                    <a:pt x="0" y="345960"/>
                  </a:lnTo>
                  <a:lnTo>
                    <a:pt x="13423" y="338531"/>
                  </a:lnTo>
                  <a:close/>
                </a:path>
                <a:path w="1179195" h="722629">
                  <a:moveTo>
                    <a:pt x="13423" y="311670"/>
                  </a:moveTo>
                  <a:lnTo>
                    <a:pt x="0" y="315391"/>
                  </a:lnTo>
                  <a:lnTo>
                    <a:pt x="0" y="319100"/>
                  </a:lnTo>
                  <a:lnTo>
                    <a:pt x="13423" y="311670"/>
                  </a:lnTo>
                  <a:close/>
                </a:path>
                <a:path w="1179195" h="722629">
                  <a:moveTo>
                    <a:pt x="13423" y="284797"/>
                  </a:moveTo>
                  <a:lnTo>
                    <a:pt x="0" y="288518"/>
                  </a:lnTo>
                  <a:lnTo>
                    <a:pt x="0" y="292227"/>
                  </a:lnTo>
                  <a:lnTo>
                    <a:pt x="13423" y="284797"/>
                  </a:lnTo>
                  <a:close/>
                </a:path>
                <a:path w="1179195" h="722629">
                  <a:moveTo>
                    <a:pt x="13423" y="257924"/>
                  </a:moveTo>
                  <a:lnTo>
                    <a:pt x="0" y="261645"/>
                  </a:lnTo>
                  <a:lnTo>
                    <a:pt x="0" y="265353"/>
                  </a:lnTo>
                  <a:lnTo>
                    <a:pt x="13423" y="257924"/>
                  </a:lnTo>
                  <a:close/>
                </a:path>
                <a:path w="1179195" h="722629">
                  <a:moveTo>
                    <a:pt x="13423" y="231051"/>
                  </a:moveTo>
                  <a:lnTo>
                    <a:pt x="0" y="234772"/>
                  </a:lnTo>
                  <a:lnTo>
                    <a:pt x="0" y="238480"/>
                  </a:lnTo>
                  <a:lnTo>
                    <a:pt x="13423" y="231051"/>
                  </a:lnTo>
                  <a:close/>
                </a:path>
                <a:path w="1179195" h="722629">
                  <a:moveTo>
                    <a:pt x="13423" y="204177"/>
                  </a:moveTo>
                  <a:lnTo>
                    <a:pt x="0" y="207899"/>
                  </a:lnTo>
                  <a:lnTo>
                    <a:pt x="0" y="211607"/>
                  </a:lnTo>
                  <a:lnTo>
                    <a:pt x="13423" y="204177"/>
                  </a:lnTo>
                  <a:close/>
                </a:path>
                <a:path w="1179195" h="722629">
                  <a:moveTo>
                    <a:pt x="13423" y="177304"/>
                  </a:moveTo>
                  <a:lnTo>
                    <a:pt x="0" y="181025"/>
                  </a:lnTo>
                  <a:lnTo>
                    <a:pt x="0" y="184734"/>
                  </a:lnTo>
                  <a:lnTo>
                    <a:pt x="13423" y="177304"/>
                  </a:lnTo>
                  <a:close/>
                </a:path>
                <a:path w="1179195" h="722629">
                  <a:moveTo>
                    <a:pt x="13423" y="150431"/>
                  </a:moveTo>
                  <a:lnTo>
                    <a:pt x="0" y="154152"/>
                  </a:lnTo>
                  <a:lnTo>
                    <a:pt x="0" y="157861"/>
                  </a:lnTo>
                  <a:lnTo>
                    <a:pt x="13423" y="150431"/>
                  </a:lnTo>
                  <a:close/>
                </a:path>
                <a:path w="1179195" h="722629">
                  <a:moveTo>
                    <a:pt x="13423" y="123558"/>
                  </a:moveTo>
                  <a:lnTo>
                    <a:pt x="0" y="127279"/>
                  </a:lnTo>
                  <a:lnTo>
                    <a:pt x="0" y="130987"/>
                  </a:lnTo>
                  <a:lnTo>
                    <a:pt x="13423" y="123558"/>
                  </a:lnTo>
                  <a:close/>
                </a:path>
                <a:path w="1179195" h="722629">
                  <a:moveTo>
                    <a:pt x="13423" y="96697"/>
                  </a:moveTo>
                  <a:lnTo>
                    <a:pt x="0" y="100418"/>
                  </a:lnTo>
                  <a:lnTo>
                    <a:pt x="0" y="104127"/>
                  </a:lnTo>
                  <a:lnTo>
                    <a:pt x="13423" y="96697"/>
                  </a:lnTo>
                  <a:close/>
                </a:path>
                <a:path w="1179195" h="722629">
                  <a:moveTo>
                    <a:pt x="13423" y="69824"/>
                  </a:moveTo>
                  <a:lnTo>
                    <a:pt x="0" y="73545"/>
                  </a:lnTo>
                  <a:lnTo>
                    <a:pt x="0" y="77254"/>
                  </a:lnTo>
                  <a:lnTo>
                    <a:pt x="13423" y="69824"/>
                  </a:lnTo>
                  <a:close/>
                </a:path>
                <a:path w="1179195" h="722629">
                  <a:moveTo>
                    <a:pt x="13423" y="42951"/>
                  </a:moveTo>
                  <a:lnTo>
                    <a:pt x="0" y="46672"/>
                  </a:lnTo>
                  <a:lnTo>
                    <a:pt x="0" y="50380"/>
                  </a:lnTo>
                  <a:lnTo>
                    <a:pt x="13423" y="42951"/>
                  </a:lnTo>
                  <a:close/>
                </a:path>
                <a:path w="1179195" h="722629">
                  <a:moveTo>
                    <a:pt x="13423" y="16078"/>
                  </a:moveTo>
                  <a:lnTo>
                    <a:pt x="0" y="19799"/>
                  </a:lnTo>
                  <a:lnTo>
                    <a:pt x="0" y="23507"/>
                  </a:lnTo>
                  <a:lnTo>
                    <a:pt x="13423" y="16078"/>
                  </a:lnTo>
                  <a:close/>
                </a:path>
                <a:path w="1179195" h="722629">
                  <a:moveTo>
                    <a:pt x="24218" y="13436"/>
                  </a:moveTo>
                  <a:lnTo>
                    <a:pt x="20497" y="0"/>
                  </a:lnTo>
                  <a:lnTo>
                    <a:pt x="16802" y="0"/>
                  </a:lnTo>
                  <a:lnTo>
                    <a:pt x="24218" y="13436"/>
                  </a:lnTo>
                  <a:close/>
                </a:path>
                <a:path w="1179195" h="722629">
                  <a:moveTo>
                    <a:pt x="51079" y="13436"/>
                  </a:moveTo>
                  <a:lnTo>
                    <a:pt x="47358" y="0"/>
                  </a:lnTo>
                  <a:lnTo>
                    <a:pt x="43649" y="0"/>
                  </a:lnTo>
                  <a:lnTo>
                    <a:pt x="51079" y="13436"/>
                  </a:lnTo>
                  <a:close/>
                </a:path>
                <a:path w="1179195" h="722629">
                  <a:moveTo>
                    <a:pt x="77939" y="13436"/>
                  </a:moveTo>
                  <a:lnTo>
                    <a:pt x="74218" y="0"/>
                  </a:lnTo>
                  <a:lnTo>
                    <a:pt x="70510" y="0"/>
                  </a:lnTo>
                  <a:lnTo>
                    <a:pt x="77939" y="13436"/>
                  </a:lnTo>
                  <a:close/>
                </a:path>
                <a:path w="1179195" h="722629">
                  <a:moveTo>
                    <a:pt x="104800" y="13436"/>
                  </a:moveTo>
                  <a:lnTo>
                    <a:pt x="101079" y="0"/>
                  </a:lnTo>
                  <a:lnTo>
                    <a:pt x="97370" y="0"/>
                  </a:lnTo>
                  <a:lnTo>
                    <a:pt x="104800" y="13436"/>
                  </a:lnTo>
                  <a:close/>
                </a:path>
                <a:path w="1179195" h="722629">
                  <a:moveTo>
                    <a:pt x="131660" y="13436"/>
                  </a:moveTo>
                  <a:lnTo>
                    <a:pt x="127939" y="0"/>
                  </a:lnTo>
                  <a:lnTo>
                    <a:pt x="124231" y="0"/>
                  </a:lnTo>
                  <a:lnTo>
                    <a:pt x="131660" y="13436"/>
                  </a:lnTo>
                  <a:close/>
                </a:path>
                <a:path w="1179195" h="722629">
                  <a:moveTo>
                    <a:pt x="158521" y="13436"/>
                  </a:moveTo>
                  <a:lnTo>
                    <a:pt x="154800" y="0"/>
                  </a:lnTo>
                  <a:lnTo>
                    <a:pt x="151091" y="0"/>
                  </a:lnTo>
                  <a:lnTo>
                    <a:pt x="158521" y="13436"/>
                  </a:lnTo>
                  <a:close/>
                </a:path>
                <a:path w="1179195" h="722629">
                  <a:moveTo>
                    <a:pt x="185381" y="13436"/>
                  </a:moveTo>
                  <a:lnTo>
                    <a:pt x="181660" y="0"/>
                  </a:lnTo>
                  <a:lnTo>
                    <a:pt x="177952" y="0"/>
                  </a:lnTo>
                  <a:lnTo>
                    <a:pt x="185381" y="13436"/>
                  </a:lnTo>
                  <a:close/>
                </a:path>
                <a:path w="1179195" h="722629">
                  <a:moveTo>
                    <a:pt x="212242" y="13436"/>
                  </a:moveTo>
                  <a:lnTo>
                    <a:pt x="208521" y="0"/>
                  </a:lnTo>
                  <a:lnTo>
                    <a:pt x="204812" y="0"/>
                  </a:lnTo>
                  <a:lnTo>
                    <a:pt x="212242" y="13436"/>
                  </a:lnTo>
                  <a:close/>
                </a:path>
                <a:path w="1179195" h="722629">
                  <a:moveTo>
                    <a:pt x="239102" y="13436"/>
                  </a:moveTo>
                  <a:lnTo>
                    <a:pt x="235381" y="0"/>
                  </a:lnTo>
                  <a:lnTo>
                    <a:pt x="231673" y="0"/>
                  </a:lnTo>
                  <a:lnTo>
                    <a:pt x="239102" y="13436"/>
                  </a:lnTo>
                  <a:close/>
                </a:path>
                <a:path w="1179195" h="722629">
                  <a:moveTo>
                    <a:pt x="265963" y="13436"/>
                  </a:moveTo>
                  <a:lnTo>
                    <a:pt x="262242" y="0"/>
                  </a:lnTo>
                  <a:lnTo>
                    <a:pt x="258533" y="0"/>
                  </a:lnTo>
                  <a:lnTo>
                    <a:pt x="265963" y="13436"/>
                  </a:lnTo>
                  <a:close/>
                </a:path>
                <a:path w="1179195" h="722629">
                  <a:moveTo>
                    <a:pt x="292823" y="13436"/>
                  </a:moveTo>
                  <a:lnTo>
                    <a:pt x="289102" y="0"/>
                  </a:lnTo>
                  <a:lnTo>
                    <a:pt x="285394" y="0"/>
                  </a:lnTo>
                  <a:lnTo>
                    <a:pt x="292823" y="13436"/>
                  </a:lnTo>
                  <a:close/>
                </a:path>
                <a:path w="1179195" h="722629">
                  <a:moveTo>
                    <a:pt x="319684" y="13436"/>
                  </a:moveTo>
                  <a:lnTo>
                    <a:pt x="315963" y="0"/>
                  </a:lnTo>
                  <a:lnTo>
                    <a:pt x="312254" y="0"/>
                  </a:lnTo>
                  <a:lnTo>
                    <a:pt x="319684" y="13436"/>
                  </a:lnTo>
                  <a:close/>
                </a:path>
                <a:path w="1179195" h="722629">
                  <a:moveTo>
                    <a:pt x="346544" y="13436"/>
                  </a:moveTo>
                  <a:lnTo>
                    <a:pt x="342823" y="0"/>
                  </a:lnTo>
                  <a:lnTo>
                    <a:pt x="339115" y="0"/>
                  </a:lnTo>
                  <a:lnTo>
                    <a:pt x="346544" y="13436"/>
                  </a:lnTo>
                  <a:close/>
                </a:path>
                <a:path w="1179195" h="722629">
                  <a:moveTo>
                    <a:pt x="373405" y="13436"/>
                  </a:moveTo>
                  <a:lnTo>
                    <a:pt x="369684" y="0"/>
                  </a:lnTo>
                  <a:lnTo>
                    <a:pt x="365975" y="0"/>
                  </a:lnTo>
                  <a:lnTo>
                    <a:pt x="373405" y="13436"/>
                  </a:lnTo>
                  <a:close/>
                </a:path>
                <a:path w="1179195" h="722629">
                  <a:moveTo>
                    <a:pt x="400265" y="13436"/>
                  </a:moveTo>
                  <a:lnTo>
                    <a:pt x="396544" y="0"/>
                  </a:lnTo>
                  <a:lnTo>
                    <a:pt x="392836" y="0"/>
                  </a:lnTo>
                  <a:lnTo>
                    <a:pt x="400265" y="13436"/>
                  </a:lnTo>
                  <a:close/>
                </a:path>
                <a:path w="1179195" h="722629">
                  <a:moveTo>
                    <a:pt x="427126" y="13436"/>
                  </a:moveTo>
                  <a:lnTo>
                    <a:pt x="423405" y="0"/>
                  </a:lnTo>
                  <a:lnTo>
                    <a:pt x="419696" y="0"/>
                  </a:lnTo>
                  <a:lnTo>
                    <a:pt x="427126" y="13436"/>
                  </a:lnTo>
                  <a:close/>
                </a:path>
                <a:path w="1179195" h="722629">
                  <a:moveTo>
                    <a:pt x="453974" y="13436"/>
                  </a:moveTo>
                  <a:lnTo>
                    <a:pt x="450265" y="0"/>
                  </a:lnTo>
                  <a:lnTo>
                    <a:pt x="446557" y="0"/>
                  </a:lnTo>
                  <a:lnTo>
                    <a:pt x="453974" y="13436"/>
                  </a:lnTo>
                  <a:close/>
                </a:path>
                <a:path w="1179195" h="722629">
                  <a:moveTo>
                    <a:pt x="480847" y="13436"/>
                  </a:moveTo>
                  <a:lnTo>
                    <a:pt x="477113" y="0"/>
                  </a:lnTo>
                  <a:lnTo>
                    <a:pt x="473417" y="0"/>
                  </a:lnTo>
                  <a:lnTo>
                    <a:pt x="480847" y="13436"/>
                  </a:lnTo>
                  <a:close/>
                </a:path>
                <a:path w="1179195" h="722629">
                  <a:moveTo>
                    <a:pt x="507695" y="13436"/>
                  </a:moveTo>
                  <a:lnTo>
                    <a:pt x="503986" y="0"/>
                  </a:lnTo>
                  <a:lnTo>
                    <a:pt x="500278" y="0"/>
                  </a:lnTo>
                  <a:lnTo>
                    <a:pt x="507695" y="13436"/>
                  </a:lnTo>
                  <a:close/>
                </a:path>
                <a:path w="1179195" h="722629">
                  <a:moveTo>
                    <a:pt x="534555" y="13436"/>
                  </a:moveTo>
                  <a:lnTo>
                    <a:pt x="530834" y="0"/>
                  </a:lnTo>
                  <a:lnTo>
                    <a:pt x="527138" y="0"/>
                  </a:lnTo>
                  <a:lnTo>
                    <a:pt x="534555" y="13436"/>
                  </a:lnTo>
                  <a:close/>
                </a:path>
                <a:path w="1179195" h="722629">
                  <a:moveTo>
                    <a:pt x="561416" y="13436"/>
                  </a:moveTo>
                  <a:lnTo>
                    <a:pt x="557695" y="0"/>
                  </a:lnTo>
                  <a:lnTo>
                    <a:pt x="553986" y="0"/>
                  </a:lnTo>
                  <a:lnTo>
                    <a:pt x="561416" y="13436"/>
                  </a:lnTo>
                  <a:close/>
                </a:path>
                <a:path w="1179195" h="722629">
                  <a:moveTo>
                    <a:pt x="588276" y="13436"/>
                  </a:moveTo>
                  <a:lnTo>
                    <a:pt x="584555" y="0"/>
                  </a:lnTo>
                  <a:lnTo>
                    <a:pt x="580847" y="0"/>
                  </a:lnTo>
                  <a:lnTo>
                    <a:pt x="588276" y="13436"/>
                  </a:lnTo>
                  <a:close/>
                </a:path>
                <a:path w="1179195" h="722629">
                  <a:moveTo>
                    <a:pt x="615137" y="13436"/>
                  </a:moveTo>
                  <a:lnTo>
                    <a:pt x="611416" y="0"/>
                  </a:lnTo>
                  <a:lnTo>
                    <a:pt x="607707" y="0"/>
                  </a:lnTo>
                  <a:lnTo>
                    <a:pt x="615137" y="13436"/>
                  </a:lnTo>
                  <a:close/>
                </a:path>
                <a:path w="1179195" h="722629">
                  <a:moveTo>
                    <a:pt x="641997" y="13436"/>
                  </a:moveTo>
                  <a:lnTo>
                    <a:pt x="638276" y="0"/>
                  </a:lnTo>
                  <a:lnTo>
                    <a:pt x="634568" y="0"/>
                  </a:lnTo>
                  <a:lnTo>
                    <a:pt x="641997" y="13436"/>
                  </a:lnTo>
                  <a:close/>
                </a:path>
                <a:path w="1179195" h="722629">
                  <a:moveTo>
                    <a:pt x="668858" y="13436"/>
                  </a:moveTo>
                  <a:lnTo>
                    <a:pt x="665137" y="0"/>
                  </a:lnTo>
                  <a:lnTo>
                    <a:pt x="661428" y="0"/>
                  </a:lnTo>
                  <a:lnTo>
                    <a:pt x="668858" y="13436"/>
                  </a:lnTo>
                  <a:close/>
                </a:path>
                <a:path w="1179195" h="722629">
                  <a:moveTo>
                    <a:pt x="695718" y="13436"/>
                  </a:moveTo>
                  <a:lnTo>
                    <a:pt x="691997" y="0"/>
                  </a:lnTo>
                  <a:lnTo>
                    <a:pt x="688289" y="0"/>
                  </a:lnTo>
                  <a:lnTo>
                    <a:pt x="695718" y="13436"/>
                  </a:lnTo>
                  <a:close/>
                </a:path>
                <a:path w="1179195" h="722629">
                  <a:moveTo>
                    <a:pt x="722579" y="13436"/>
                  </a:moveTo>
                  <a:lnTo>
                    <a:pt x="718858" y="0"/>
                  </a:lnTo>
                  <a:lnTo>
                    <a:pt x="715149" y="0"/>
                  </a:lnTo>
                  <a:lnTo>
                    <a:pt x="722579" y="13436"/>
                  </a:lnTo>
                  <a:close/>
                </a:path>
                <a:path w="1179195" h="722629">
                  <a:moveTo>
                    <a:pt x="749439" y="13436"/>
                  </a:moveTo>
                  <a:lnTo>
                    <a:pt x="745718" y="0"/>
                  </a:lnTo>
                  <a:lnTo>
                    <a:pt x="742010" y="0"/>
                  </a:lnTo>
                  <a:lnTo>
                    <a:pt x="749439" y="13436"/>
                  </a:lnTo>
                  <a:close/>
                </a:path>
                <a:path w="1179195" h="722629">
                  <a:moveTo>
                    <a:pt x="776300" y="13436"/>
                  </a:moveTo>
                  <a:lnTo>
                    <a:pt x="772579" y="0"/>
                  </a:lnTo>
                  <a:lnTo>
                    <a:pt x="768870" y="0"/>
                  </a:lnTo>
                  <a:lnTo>
                    <a:pt x="776300" y="13436"/>
                  </a:lnTo>
                  <a:close/>
                </a:path>
                <a:path w="1179195" h="722629">
                  <a:moveTo>
                    <a:pt x="803160" y="13436"/>
                  </a:moveTo>
                  <a:lnTo>
                    <a:pt x="799439" y="0"/>
                  </a:lnTo>
                  <a:lnTo>
                    <a:pt x="795731" y="0"/>
                  </a:lnTo>
                  <a:lnTo>
                    <a:pt x="803160" y="13436"/>
                  </a:lnTo>
                  <a:close/>
                </a:path>
                <a:path w="1179195" h="722629">
                  <a:moveTo>
                    <a:pt x="830021" y="13436"/>
                  </a:moveTo>
                  <a:lnTo>
                    <a:pt x="826300" y="0"/>
                  </a:lnTo>
                  <a:lnTo>
                    <a:pt x="822591" y="0"/>
                  </a:lnTo>
                  <a:lnTo>
                    <a:pt x="830021" y="13436"/>
                  </a:lnTo>
                  <a:close/>
                </a:path>
                <a:path w="1179195" h="722629">
                  <a:moveTo>
                    <a:pt x="856881" y="13436"/>
                  </a:moveTo>
                  <a:lnTo>
                    <a:pt x="853160" y="0"/>
                  </a:lnTo>
                  <a:lnTo>
                    <a:pt x="849452" y="0"/>
                  </a:lnTo>
                  <a:lnTo>
                    <a:pt x="856881" y="13436"/>
                  </a:lnTo>
                  <a:close/>
                </a:path>
                <a:path w="1179195" h="722629">
                  <a:moveTo>
                    <a:pt x="883742" y="13436"/>
                  </a:moveTo>
                  <a:lnTo>
                    <a:pt x="880021" y="0"/>
                  </a:lnTo>
                  <a:lnTo>
                    <a:pt x="876312" y="0"/>
                  </a:lnTo>
                  <a:lnTo>
                    <a:pt x="883742" y="13436"/>
                  </a:lnTo>
                  <a:close/>
                </a:path>
                <a:path w="1179195" h="722629">
                  <a:moveTo>
                    <a:pt x="910602" y="13436"/>
                  </a:moveTo>
                  <a:lnTo>
                    <a:pt x="906881" y="0"/>
                  </a:lnTo>
                  <a:lnTo>
                    <a:pt x="903173" y="0"/>
                  </a:lnTo>
                  <a:lnTo>
                    <a:pt x="910602" y="13436"/>
                  </a:lnTo>
                  <a:close/>
                </a:path>
                <a:path w="1179195" h="722629">
                  <a:moveTo>
                    <a:pt x="937450" y="13436"/>
                  </a:moveTo>
                  <a:lnTo>
                    <a:pt x="933742" y="0"/>
                  </a:lnTo>
                  <a:lnTo>
                    <a:pt x="930033" y="0"/>
                  </a:lnTo>
                  <a:lnTo>
                    <a:pt x="937450" y="13436"/>
                  </a:lnTo>
                  <a:close/>
                </a:path>
                <a:path w="1179195" h="722629">
                  <a:moveTo>
                    <a:pt x="964311" y="13436"/>
                  </a:moveTo>
                  <a:lnTo>
                    <a:pt x="960602" y="0"/>
                  </a:lnTo>
                  <a:lnTo>
                    <a:pt x="956894" y="0"/>
                  </a:lnTo>
                  <a:lnTo>
                    <a:pt x="964311" y="13436"/>
                  </a:lnTo>
                  <a:close/>
                </a:path>
                <a:path w="1179195" h="722629">
                  <a:moveTo>
                    <a:pt x="991171" y="13436"/>
                  </a:moveTo>
                  <a:lnTo>
                    <a:pt x="987450" y="0"/>
                  </a:lnTo>
                  <a:lnTo>
                    <a:pt x="983754" y="0"/>
                  </a:lnTo>
                  <a:lnTo>
                    <a:pt x="991171" y="13436"/>
                  </a:lnTo>
                  <a:close/>
                </a:path>
                <a:path w="1179195" h="722629">
                  <a:moveTo>
                    <a:pt x="1018019" y="13436"/>
                  </a:moveTo>
                  <a:lnTo>
                    <a:pt x="1014310" y="0"/>
                  </a:lnTo>
                  <a:lnTo>
                    <a:pt x="1010615" y="0"/>
                  </a:lnTo>
                  <a:lnTo>
                    <a:pt x="1018019" y="13436"/>
                  </a:lnTo>
                  <a:close/>
                </a:path>
                <a:path w="1179195" h="722629">
                  <a:moveTo>
                    <a:pt x="1044879" y="13436"/>
                  </a:moveTo>
                  <a:lnTo>
                    <a:pt x="1041158" y="0"/>
                  </a:lnTo>
                  <a:lnTo>
                    <a:pt x="1037475" y="0"/>
                  </a:lnTo>
                  <a:lnTo>
                    <a:pt x="1044879" y="13436"/>
                  </a:lnTo>
                  <a:close/>
                </a:path>
                <a:path w="1179195" h="722629">
                  <a:moveTo>
                    <a:pt x="1071740" y="13436"/>
                  </a:moveTo>
                  <a:lnTo>
                    <a:pt x="1068019" y="0"/>
                  </a:lnTo>
                  <a:lnTo>
                    <a:pt x="1064323" y="0"/>
                  </a:lnTo>
                  <a:lnTo>
                    <a:pt x="1071740" y="13436"/>
                  </a:lnTo>
                  <a:close/>
                </a:path>
                <a:path w="1179195" h="722629">
                  <a:moveTo>
                    <a:pt x="1098613" y="13436"/>
                  </a:moveTo>
                  <a:lnTo>
                    <a:pt x="1094892" y="0"/>
                  </a:lnTo>
                  <a:lnTo>
                    <a:pt x="1091184" y="0"/>
                  </a:lnTo>
                  <a:lnTo>
                    <a:pt x="1098613" y="13436"/>
                  </a:lnTo>
                  <a:close/>
                </a:path>
                <a:path w="1179195" h="722629">
                  <a:moveTo>
                    <a:pt x="1125474" y="13436"/>
                  </a:moveTo>
                  <a:lnTo>
                    <a:pt x="1121752" y="0"/>
                  </a:lnTo>
                  <a:lnTo>
                    <a:pt x="1118044" y="0"/>
                  </a:lnTo>
                  <a:lnTo>
                    <a:pt x="1125474" y="13436"/>
                  </a:lnTo>
                  <a:close/>
                </a:path>
                <a:path w="1179195" h="722629">
                  <a:moveTo>
                    <a:pt x="1152334" y="13436"/>
                  </a:moveTo>
                  <a:lnTo>
                    <a:pt x="1148613" y="0"/>
                  </a:lnTo>
                  <a:lnTo>
                    <a:pt x="1144905" y="0"/>
                  </a:lnTo>
                  <a:lnTo>
                    <a:pt x="1152334" y="13436"/>
                  </a:lnTo>
                  <a:close/>
                </a:path>
                <a:path w="1179195" h="722629">
                  <a:moveTo>
                    <a:pt x="1179195" y="13436"/>
                  </a:moveTo>
                  <a:lnTo>
                    <a:pt x="1175473" y="0"/>
                  </a:lnTo>
                  <a:lnTo>
                    <a:pt x="1171765" y="0"/>
                  </a:lnTo>
                  <a:lnTo>
                    <a:pt x="1179195" y="13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6747015" y="3771531"/>
              <a:ext cx="1887855" cy="13970"/>
            </a:xfrm>
            <a:custGeom>
              <a:avLst/>
              <a:gdLst/>
              <a:ahLst/>
              <a:cxnLst/>
              <a:rect l="l" t="t" r="r" b="b"/>
              <a:pathLst>
                <a:path w="1887854" h="13970">
                  <a:moveTo>
                    <a:pt x="7429" y="13436"/>
                  </a:moveTo>
                  <a:lnTo>
                    <a:pt x="3708" y="0"/>
                  </a:lnTo>
                  <a:lnTo>
                    <a:pt x="0" y="0"/>
                  </a:lnTo>
                  <a:lnTo>
                    <a:pt x="7429" y="13436"/>
                  </a:lnTo>
                  <a:close/>
                </a:path>
                <a:path w="1887854" h="13970">
                  <a:moveTo>
                    <a:pt x="34290" y="13436"/>
                  </a:moveTo>
                  <a:lnTo>
                    <a:pt x="30568" y="0"/>
                  </a:lnTo>
                  <a:lnTo>
                    <a:pt x="26860" y="0"/>
                  </a:lnTo>
                  <a:lnTo>
                    <a:pt x="34290" y="13436"/>
                  </a:lnTo>
                  <a:close/>
                </a:path>
                <a:path w="1887854" h="13970">
                  <a:moveTo>
                    <a:pt x="61150" y="13436"/>
                  </a:moveTo>
                  <a:lnTo>
                    <a:pt x="57429" y="0"/>
                  </a:lnTo>
                  <a:lnTo>
                    <a:pt x="53721" y="0"/>
                  </a:lnTo>
                  <a:lnTo>
                    <a:pt x="61150" y="13436"/>
                  </a:lnTo>
                  <a:close/>
                </a:path>
                <a:path w="1887854" h="13970">
                  <a:moveTo>
                    <a:pt x="88011" y="13436"/>
                  </a:moveTo>
                  <a:lnTo>
                    <a:pt x="84289" y="0"/>
                  </a:lnTo>
                  <a:lnTo>
                    <a:pt x="80581" y="0"/>
                  </a:lnTo>
                  <a:lnTo>
                    <a:pt x="88011" y="13436"/>
                  </a:lnTo>
                  <a:close/>
                </a:path>
                <a:path w="1887854" h="13970">
                  <a:moveTo>
                    <a:pt x="114871" y="13436"/>
                  </a:moveTo>
                  <a:lnTo>
                    <a:pt x="111150" y="0"/>
                  </a:lnTo>
                  <a:lnTo>
                    <a:pt x="107442" y="0"/>
                  </a:lnTo>
                  <a:lnTo>
                    <a:pt x="114871" y="13436"/>
                  </a:lnTo>
                  <a:close/>
                </a:path>
                <a:path w="1887854" h="13970">
                  <a:moveTo>
                    <a:pt x="141732" y="13436"/>
                  </a:moveTo>
                  <a:lnTo>
                    <a:pt x="138010" y="0"/>
                  </a:lnTo>
                  <a:lnTo>
                    <a:pt x="134302" y="0"/>
                  </a:lnTo>
                  <a:lnTo>
                    <a:pt x="141732" y="13436"/>
                  </a:lnTo>
                  <a:close/>
                </a:path>
                <a:path w="1887854" h="13970">
                  <a:moveTo>
                    <a:pt x="168592" y="13436"/>
                  </a:moveTo>
                  <a:lnTo>
                    <a:pt x="164871" y="0"/>
                  </a:lnTo>
                  <a:lnTo>
                    <a:pt x="161163" y="0"/>
                  </a:lnTo>
                  <a:lnTo>
                    <a:pt x="168592" y="13436"/>
                  </a:lnTo>
                  <a:close/>
                </a:path>
                <a:path w="1887854" h="13970">
                  <a:moveTo>
                    <a:pt x="195453" y="13436"/>
                  </a:moveTo>
                  <a:lnTo>
                    <a:pt x="191731" y="0"/>
                  </a:lnTo>
                  <a:lnTo>
                    <a:pt x="188023" y="0"/>
                  </a:lnTo>
                  <a:lnTo>
                    <a:pt x="195453" y="13436"/>
                  </a:lnTo>
                  <a:close/>
                </a:path>
                <a:path w="1887854" h="13970">
                  <a:moveTo>
                    <a:pt x="222313" y="13436"/>
                  </a:moveTo>
                  <a:lnTo>
                    <a:pt x="218592" y="0"/>
                  </a:lnTo>
                  <a:lnTo>
                    <a:pt x="214884" y="0"/>
                  </a:lnTo>
                  <a:lnTo>
                    <a:pt x="222313" y="13436"/>
                  </a:lnTo>
                  <a:close/>
                </a:path>
                <a:path w="1887854" h="13970">
                  <a:moveTo>
                    <a:pt x="249174" y="13436"/>
                  </a:moveTo>
                  <a:lnTo>
                    <a:pt x="245452" y="0"/>
                  </a:lnTo>
                  <a:lnTo>
                    <a:pt x="241744" y="0"/>
                  </a:lnTo>
                  <a:lnTo>
                    <a:pt x="249174" y="13436"/>
                  </a:lnTo>
                  <a:close/>
                </a:path>
                <a:path w="1887854" h="13970">
                  <a:moveTo>
                    <a:pt x="276021" y="13436"/>
                  </a:moveTo>
                  <a:lnTo>
                    <a:pt x="272313" y="0"/>
                  </a:lnTo>
                  <a:lnTo>
                    <a:pt x="268605" y="0"/>
                  </a:lnTo>
                  <a:lnTo>
                    <a:pt x="276021" y="13436"/>
                  </a:lnTo>
                  <a:close/>
                </a:path>
                <a:path w="1887854" h="13970">
                  <a:moveTo>
                    <a:pt x="302882" y="13436"/>
                  </a:moveTo>
                  <a:lnTo>
                    <a:pt x="299173" y="0"/>
                  </a:lnTo>
                  <a:lnTo>
                    <a:pt x="295465" y="0"/>
                  </a:lnTo>
                  <a:lnTo>
                    <a:pt x="302882" y="13436"/>
                  </a:lnTo>
                  <a:close/>
                </a:path>
                <a:path w="1887854" h="13970">
                  <a:moveTo>
                    <a:pt x="329742" y="13436"/>
                  </a:moveTo>
                  <a:lnTo>
                    <a:pt x="326021" y="0"/>
                  </a:lnTo>
                  <a:lnTo>
                    <a:pt x="322326" y="0"/>
                  </a:lnTo>
                  <a:lnTo>
                    <a:pt x="329742" y="13436"/>
                  </a:lnTo>
                  <a:close/>
                </a:path>
                <a:path w="1887854" h="13970">
                  <a:moveTo>
                    <a:pt x="356603" y="13436"/>
                  </a:moveTo>
                  <a:lnTo>
                    <a:pt x="352882" y="0"/>
                  </a:lnTo>
                  <a:lnTo>
                    <a:pt x="349186" y="0"/>
                  </a:lnTo>
                  <a:lnTo>
                    <a:pt x="356603" y="13436"/>
                  </a:lnTo>
                  <a:close/>
                </a:path>
                <a:path w="1887854" h="13970">
                  <a:moveTo>
                    <a:pt x="383463" y="13436"/>
                  </a:moveTo>
                  <a:lnTo>
                    <a:pt x="379742" y="0"/>
                  </a:lnTo>
                  <a:lnTo>
                    <a:pt x="376034" y="0"/>
                  </a:lnTo>
                  <a:lnTo>
                    <a:pt x="383463" y="13436"/>
                  </a:lnTo>
                  <a:close/>
                </a:path>
                <a:path w="1887854" h="13970">
                  <a:moveTo>
                    <a:pt x="410324" y="13436"/>
                  </a:moveTo>
                  <a:lnTo>
                    <a:pt x="406603" y="0"/>
                  </a:lnTo>
                  <a:lnTo>
                    <a:pt x="402894" y="0"/>
                  </a:lnTo>
                  <a:lnTo>
                    <a:pt x="410324" y="13436"/>
                  </a:lnTo>
                  <a:close/>
                </a:path>
                <a:path w="1887854" h="13970">
                  <a:moveTo>
                    <a:pt x="437184" y="13436"/>
                  </a:moveTo>
                  <a:lnTo>
                    <a:pt x="433463" y="0"/>
                  </a:lnTo>
                  <a:lnTo>
                    <a:pt x="429755" y="0"/>
                  </a:lnTo>
                  <a:lnTo>
                    <a:pt x="437184" y="13436"/>
                  </a:lnTo>
                  <a:close/>
                </a:path>
                <a:path w="1887854" h="13970">
                  <a:moveTo>
                    <a:pt x="464045" y="13436"/>
                  </a:moveTo>
                  <a:lnTo>
                    <a:pt x="460324" y="0"/>
                  </a:lnTo>
                  <a:lnTo>
                    <a:pt x="456615" y="0"/>
                  </a:lnTo>
                  <a:lnTo>
                    <a:pt x="464045" y="13436"/>
                  </a:lnTo>
                  <a:close/>
                </a:path>
                <a:path w="1887854" h="13970">
                  <a:moveTo>
                    <a:pt x="490905" y="13436"/>
                  </a:moveTo>
                  <a:lnTo>
                    <a:pt x="487184" y="0"/>
                  </a:lnTo>
                  <a:lnTo>
                    <a:pt x="483476" y="0"/>
                  </a:lnTo>
                  <a:lnTo>
                    <a:pt x="490905" y="13436"/>
                  </a:lnTo>
                  <a:close/>
                </a:path>
                <a:path w="1887854" h="13970">
                  <a:moveTo>
                    <a:pt x="517766" y="13436"/>
                  </a:moveTo>
                  <a:lnTo>
                    <a:pt x="514045" y="0"/>
                  </a:lnTo>
                  <a:lnTo>
                    <a:pt x="510336" y="0"/>
                  </a:lnTo>
                  <a:lnTo>
                    <a:pt x="517766" y="13436"/>
                  </a:lnTo>
                  <a:close/>
                </a:path>
                <a:path w="1887854" h="13970">
                  <a:moveTo>
                    <a:pt x="544626" y="13436"/>
                  </a:moveTo>
                  <a:lnTo>
                    <a:pt x="540905" y="0"/>
                  </a:lnTo>
                  <a:lnTo>
                    <a:pt x="537197" y="0"/>
                  </a:lnTo>
                  <a:lnTo>
                    <a:pt x="544626" y="13436"/>
                  </a:lnTo>
                  <a:close/>
                </a:path>
                <a:path w="1887854" h="13970">
                  <a:moveTo>
                    <a:pt x="571487" y="13436"/>
                  </a:moveTo>
                  <a:lnTo>
                    <a:pt x="567766" y="0"/>
                  </a:lnTo>
                  <a:lnTo>
                    <a:pt x="564057" y="0"/>
                  </a:lnTo>
                  <a:lnTo>
                    <a:pt x="571487" y="13436"/>
                  </a:lnTo>
                  <a:close/>
                </a:path>
                <a:path w="1887854" h="13970">
                  <a:moveTo>
                    <a:pt x="598347" y="13436"/>
                  </a:moveTo>
                  <a:lnTo>
                    <a:pt x="594626" y="0"/>
                  </a:lnTo>
                  <a:lnTo>
                    <a:pt x="590918" y="0"/>
                  </a:lnTo>
                  <a:lnTo>
                    <a:pt x="598347" y="13436"/>
                  </a:lnTo>
                  <a:close/>
                </a:path>
                <a:path w="1887854" h="13970">
                  <a:moveTo>
                    <a:pt x="625208" y="13436"/>
                  </a:moveTo>
                  <a:lnTo>
                    <a:pt x="621487" y="0"/>
                  </a:lnTo>
                  <a:lnTo>
                    <a:pt x="617778" y="0"/>
                  </a:lnTo>
                  <a:lnTo>
                    <a:pt x="625208" y="13436"/>
                  </a:lnTo>
                  <a:close/>
                </a:path>
                <a:path w="1887854" h="13970">
                  <a:moveTo>
                    <a:pt x="652068" y="13436"/>
                  </a:moveTo>
                  <a:lnTo>
                    <a:pt x="648347" y="0"/>
                  </a:lnTo>
                  <a:lnTo>
                    <a:pt x="644639" y="0"/>
                  </a:lnTo>
                  <a:lnTo>
                    <a:pt x="652068" y="13436"/>
                  </a:lnTo>
                  <a:close/>
                </a:path>
                <a:path w="1887854" h="13970">
                  <a:moveTo>
                    <a:pt x="678929" y="13436"/>
                  </a:moveTo>
                  <a:lnTo>
                    <a:pt x="675208" y="0"/>
                  </a:lnTo>
                  <a:lnTo>
                    <a:pt x="671499" y="0"/>
                  </a:lnTo>
                  <a:lnTo>
                    <a:pt x="678929" y="13436"/>
                  </a:lnTo>
                  <a:close/>
                </a:path>
                <a:path w="1887854" h="13970">
                  <a:moveTo>
                    <a:pt x="705789" y="13436"/>
                  </a:moveTo>
                  <a:lnTo>
                    <a:pt x="702068" y="0"/>
                  </a:lnTo>
                  <a:lnTo>
                    <a:pt x="698360" y="0"/>
                  </a:lnTo>
                  <a:lnTo>
                    <a:pt x="705789" y="13436"/>
                  </a:lnTo>
                  <a:close/>
                </a:path>
                <a:path w="1887854" h="13970">
                  <a:moveTo>
                    <a:pt x="732650" y="13436"/>
                  </a:moveTo>
                  <a:lnTo>
                    <a:pt x="728929" y="0"/>
                  </a:lnTo>
                  <a:lnTo>
                    <a:pt x="725220" y="0"/>
                  </a:lnTo>
                  <a:lnTo>
                    <a:pt x="732650" y="13436"/>
                  </a:lnTo>
                  <a:close/>
                </a:path>
                <a:path w="1887854" h="13970">
                  <a:moveTo>
                    <a:pt x="759510" y="13436"/>
                  </a:moveTo>
                  <a:lnTo>
                    <a:pt x="755789" y="0"/>
                  </a:lnTo>
                  <a:lnTo>
                    <a:pt x="752081" y="0"/>
                  </a:lnTo>
                  <a:lnTo>
                    <a:pt x="759510" y="13436"/>
                  </a:lnTo>
                  <a:close/>
                </a:path>
                <a:path w="1887854" h="13970">
                  <a:moveTo>
                    <a:pt x="786371" y="13436"/>
                  </a:moveTo>
                  <a:lnTo>
                    <a:pt x="782650" y="0"/>
                  </a:lnTo>
                  <a:lnTo>
                    <a:pt x="778941" y="0"/>
                  </a:lnTo>
                  <a:lnTo>
                    <a:pt x="786371" y="13436"/>
                  </a:lnTo>
                  <a:close/>
                </a:path>
                <a:path w="1887854" h="13970">
                  <a:moveTo>
                    <a:pt x="813231" y="13436"/>
                  </a:moveTo>
                  <a:lnTo>
                    <a:pt x="809510" y="0"/>
                  </a:lnTo>
                  <a:lnTo>
                    <a:pt x="805802" y="0"/>
                  </a:lnTo>
                  <a:lnTo>
                    <a:pt x="813231" y="13436"/>
                  </a:lnTo>
                  <a:close/>
                </a:path>
                <a:path w="1887854" h="13970">
                  <a:moveTo>
                    <a:pt x="840079" y="13436"/>
                  </a:moveTo>
                  <a:lnTo>
                    <a:pt x="836371" y="0"/>
                  </a:lnTo>
                  <a:lnTo>
                    <a:pt x="832662" y="0"/>
                  </a:lnTo>
                  <a:lnTo>
                    <a:pt x="840079" y="13436"/>
                  </a:lnTo>
                  <a:close/>
                </a:path>
                <a:path w="1887854" h="13970">
                  <a:moveTo>
                    <a:pt x="866940" y="13436"/>
                  </a:moveTo>
                  <a:lnTo>
                    <a:pt x="863219" y="0"/>
                  </a:lnTo>
                  <a:lnTo>
                    <a:pt x="859523" y="0"/>
                  </a:lnTo>
                  <a:lnTo>
                    <a:pt x="866940" y="13436"/>
                  </a:lnTo>
                  <a:close/>
                </a:path>
                <a:path w="1887854" h="13970">
                  <a:moveTo>
                    <a:pt x="893800" y="13436"/>
                  </a:moveTo>
                  <a:lnTo>
                    <a:pt x="890079" y="0"/>
                  </a:lnTo>
                  <a:lnTo>
                    <a:pt x="886383" y="0"/>
                  </a:lnTo>
                  <a:lnTo>
                    <a:pt x="893800" y="13436"/>
                  </a:lnTo>
                  <a:close/>
                </a:path>
                <a:path w="1887854" h="13970">
                  <a:moveTo>
                    <a:pt x="920661" y="13436"/>
                  </a:moveTo>
                  <a:lnTo>
                    <a:pt x="916940" y="0"/>
                  </a:lnTo>
                  <a:lnTo>
                    <a:pt x="913231" y="0"/>
                  </a:lnTo>
                  <a:lnTo>
                    <a:pt x="920661" y="13436"/>
                  </a:lnTo>
                  <a:close/>
                </a:path>
                <a:path w="1887854" h="13970">
                  <a:moveTo>
                    <a:pt x="947521" y="13436"/>
                  </a:moveTo>
                  <a:lnTo>
                    <a:pt x="943800" y="0"/>
                  </a:lnTo>
                  <a:lnTo>
                    <a:pt x="940104" y="0"/>
                  </a:lnTo>
                  <a:lnTo>
                    <a:pt x="947521" y="13436"/>
                  </a:lnTo>
                  <a:close/>
                </a:path>
                <a:path w="1887854" h="13970">
                  <a:moveTo>
                    <a:pt x="974382" y="13436"/>
                  </a:moveTo>
                  <a:lnTo>
                    <a:pt x="970661" y="0"/>
                  </a:lnTo>
                  <a:lnTo>
                    <a:pt x="966952" y="0"/>
                  </a:lnTo>
                  <a:lnTo>
                    <a:pt x="974382" y="13436"/>
                  </a:lnTo>
                  <a:close/>
                </a:path>
                <a:path w="1887854" h="13970">
                  <a:moveTo>
                    <a:pt x="1001242" y="13436"/>
                  </a:moveTo>
                  <a:lnTo>
                    <a:pt x="997521" y="0"/>
                  </a:lnTo>
                  <a:lnTo>
                    <a:pt x="993813" y="0"/>
                  </a:lnTo>
                  <a:lnTo>
                    <a:pt x="1001242" y="13436"/>
                  </a:lnTo>
                  <a:close/>
                </a:path>
                <a:path w="1887854" h="13970">
                  <a:moveTo>
                    <a:pt x="1028103" y="13436"/>
                  </a:moveTo>
                  <a:lnTo>
                    <a:pt x="1024382" y="0"/>
                  </a:lnTo>
                  <a:lnTo>
                    <a:pt x="1020673" y="0"/>
                  </a:lnTo>
                  <a:lnTo>
                    <a:pt x="1028103" y="13436"/>
                  </a:lnTo>
                  <a:close/>
                </a:path>
                <a:path w="1887854" h="13970">
                  <a:moveTo>
                    <a:pt x="1054963" y="13436"/>
                  </a:moveTo>
                  <a:lnTo>
                    <a:pt x="1051242" y="0"/>
                  </a:lnTo>
                  <a:lnTo>
                    <a:pt x="1047534" y="0"/>
                  </a:lnTo>
                  <a:lnTo>
                    <a:pt x="1054963" y="13436"/>
                  </a:lnTo>
                  <a:close/>
                </a:path>
                <a:path w="1887854" h="13970">
                  <a:moveTo>
                    <a:pt x="1081824" y="13436"/>
                  </a:moveTo>
                  <a:lnTo>
                    <a:pt x="1078103" y="0"/>
                  </a:lnTo>
                  <a:lnTo>
                    <a:pt x="1074394" y="0"/>
                  </a:lnTo>
                  <a:lnTo>
                    <a:pt x="1081824" y="13436"/>
                  </a:lnTo>
                  <a:close/>
                </a:path>
                <a:path w="1887854" h="13970">
                  <a:moveTo>
                    <a:pt x="1108684" y="13436"/>
                  </a:moveTo>
                  <a:lnTo>
                    <a:pt x="1104963" y="0"/>
                  </a:lnTo>
                  <a:lnTo>
                    <a:pt x="1101255" y="0"/>
                  </a:lnTo>
                  <a:lnTo>
                    <a:pt x="1108684" y="13436"/>
                  </a:lnTo>
                  <a:close/>
                </a:path>
                <a:path w="1887854" h="13970">
                  <a:moveTo>
                    <a:pt x="1135545" y="13436"/>
                  </a:moveTo>
                  <a:lnTo>
                    <a:pt x="1131824" y="0"/>
                  </a:lnTo>
                  <a:lnTo>
                    <a:pt x="1128115" y="0"/>
                  </a:lnTo>
                  <a:lnTo>
                    <a:pt x="1135545" y="13436"/>
                  </a:lnTo>
                  <a:close/>
                </a:path>
                <a:path w="1887854" h="13970">
                  <a:moveTo>
                    <a:pt x="1162405" y="13436"/>
                  </a:moveTo>
                  <a:lnTo>
                    <a:pt x="1158684" y="0"/>
                  </a:lnTo>
                  <a:lnTo>
                    <a:pt x="1154976" y="0"/>
                  </a:lnTo>
                  <a:lnTo>
                    <a:pt x="1162405" y="13436"/>
                  </a:lnTo>
                  <a:close/>
                </a:path>
                <a:path w="1887854" h="13970">
                  <a:moveTo>
                    <a:pt x="1189266" y="13436"/>
                  </a:moveTo>
                  <a:lnTo>
                    <a:pt x="1185545" y="0"/>
                  </a:lnTo>
                  <a:lnTo>
                    <a:pt x="1181836" y="0"/>
                  </a:lnTo>
                  <a:lnTo>
                    <a:pt x="1189266" y="13436"/>
                  </a:lnTo>
                  <a:close/>
                </a:path>
                <a:path w="1887854" h="13970">
                  <a:moveTo>
                    <a:pt x="1216126" y="13436"/>
                  </a:moveTo>
                  <a:lnTo>
                    <a:pt x="1212405" y="0"/>
                  </a:lnTo>
                  <a:lnTo>
                    <a:pt x="1208697" y="0"/>
                  </a:lnTo>
                  <a:lnTo>
                    <a:pt x="1216126" y="13436"/>
                  </a:lnTo>
                  <a:close/>
                </a:path>
                <a:path w="1887854" h="13970">
                  <a:moveTo>
                    <a:pt x="1242987" y="13436"/>
                  </a:moveTo>
                  <a:lnTo>
                    <a:pt x="1239266" y="0"/>
                  </a:lnTo>
                  <a:lnTo>
                    <a:pt x="1235557" y="0"/>
                  </a:lnTo>
                  <a:lnTo>
                    <a:pt x="1242987" y="13436"/>
                  </a:lnTo>
                  <a:close/>
                </a:path>
                <a:path w="1887854" h="13970">
                  <a:moveTo>
                    <a:pt x="1269847" y="13436"/>
                  </a:moveTo>
                  <a:lnTo>
                    <a:pt x="1266126" y="0"/>
                  </a:lnTo>
                  <a:lnTo>
                    <a:pt x="1262418" y="0"/>
                  </a:lnTo>
                  <a:lnTo>
                    <a:pt x="1269847" y="13436"/>
                  </a:lnTo>
                  <a:close/>
                </a:path>
                <a:path w="1887854" h="13970">
                  <a:moveTo>
                    <a:pt x="1296708" y="13436"/>
                  </a:moveTo>
                  <a:lnTo>
                    <a:pt x="1292987" y="0"/>
                  </a:lnTo>
                  <a:lnTo>
                    <a:pt x="1289278" y="0"/>
                  </a:lnTo>
                  <a:lnTo>
                    <a:pt x="1296708" y="13436"/>
                  </a:lnTo>
                  <a:close/>
                </a:path>
                <a:path w="1887854" h="13970">
                  <a:moveTo>
                    <a:pt x="1323568" y="13436"/>
                  </a:moveTo>
                  <a:lnTo>
                    <a:pt x="1319847" y="0"/>
                  </a:lnTo>
                  <a:lnTo>
                    <a:pt x="1316139" y="0"/>
                  </a:lnTo>
                  <a:lnTo>
                    <a:pt x="1323568" y="13436"/>
                  </a:lnTo>
                  <a:close/>
                </a:path>
                <a:path w="1887854" h="13970">
                  <a:moveTo>
                    <a:pt x="1350429" y="13436"/>
                  </a:moveTo>
                  <a:lnTo>
                    <a:pt x="1346708" y="0"/>
                  </a:lnTo>
                  <a:lnTo>
                    <a:pt x="1342999" y="0"/>
                  </a:lnTo>
                  <a:lnTo>
                    <a:pt x="1350429" y="13436"/>
                  </a:lnTo>
                  <a:close/>
                </a:path>
                <a:path w="1887854" h="13970">
                  <a:moveTo>
                    <a:pt x="1377289" y="13436"/>
                  </a:moveTo>
                  <a:lnTo>
                    <a:pt x="1373568" y="0"/>
                  </a:lnTo>
                  <a:lnTo>
                    <a:pt x="1369860" y="0"/>
                  </a:lnTo>
                  <a:lnTo>
                    <a:pt x="1377289" y="13436"/>
                  </a:lnTo>
                  <a:close/>
                </a:path>
                <a:path w="1887854" h="13970">
                  <a:moveTo>
                    <a:pt x="1404137" y="13436"/>
                  </a:moveTo>
                  <a:lnTo>
                    <a:pt x="1400416" y="0"/>
                  </a:lnTo>
                  <a:lnTo>
                    <a:pt x="1396720" y="0"/>
                  </a:lnTo>
                  <a:lnTo>
                    <a:pt x="1404137" y="13436"/>
                  </a:lnTo>
                  <a:close/>
                </a:path>
                <a:path w="1887854" h="13970">
                  <a:moveTo>
                    <a:pt x="1430997" y="13436"/>
                  </a:moveTo>
                  <a:lnTo>
                    <a:pt x="1427276" y="0"/>
                  </a:lnTo>
                  <a:lnTo>
                    <a:pt x="1423581" y="0"/>
                  </a:lnTo>
                  <a:lnTo>
                    <a:pt x="1430997" y="13436"/>
                  </a:lnTo>
                  <a:close/>
                </a:path>
                <a:path w="1887854" h="13970">
                  <a:moveTo>
                    <a:pt x="1457858" y="13436"/>
                  </a:moveTo>
                  <a:lnTo>
                    <a:pt x="1454137" y="0"/>
                  </a:lnTo>
                  <a:lnTo>
                    <a:pt x="1450441" y="0"/>
                  </a:lnTo>
                  <a:lnTo>
                    <a:pt x="1457858" y="13436"/>
                  </a:lnTo>
                  <a:close/>
                </a:path>
                <a:path w="1887854" h="13970">
                  <a:moveTo>
                    <a:pt x="1484718" y="13436"/>
                  </a:moveTo>
                  <a:lnTo>
                    <a:pt x="1480997" y="0"/>
                  </a:lnTo>
                  <a:lnTo>
                    <a:pt x="1477302" y="0"/>
                  </a:lnTo>
                  <a:lnTo>
                    <a:pt x="1484718" y="13436"/>
                  </a:lnTo>
                  <a:close/>
                </a:path>
                <a:path w="1887854" h="13970">
                  <a:moveTo>
                    <a:pt x="1511579" y="13436"/>
                  </a:moveTo>
                  <a:lnTo>
                    <a:pt x="1507858" y="0"/>
                  </a:lnTo>
                  <a:lnTo>
                    <a:pt x="1504162" y="0"/>
                  </a:lnTo>
                  <a:lnTo>
                    <a:pt x="1511579" y="13436"/>
                  </a:lnTo>
                  <a:close/>
                </a:path>
                <a:path w="1887854" h="13970">
                  <a:moveTo>
                    <a:pt x="1538439" y="13436"/>
                  </a:moveTo>
                  <a:lnTo>
                    <a:pt x="1534718" y="0"/>
                  </a:lnTo>
                  <a:lnTo>
                    <a:pt x="1531010" y="0"/>
                  </a:lnTo>
                  <a:lnTo>
                    <a:pt x="1538439" y="13436"/>
                  </a:lnTo>
                  <a:close/>
                </a:path>
                <a:path w="1887854" h="13970">
                  <a:moveTo>
                    <a:pt x="1565300" y="13436"/>
                  </a:moveTo>
                  <a:lnTo>
                    <a:pt x="1561579" y="0"/>
                  </a:lnTo>
                  <a:lnTo>
                    <a:pt x="1557870" y="0"/>
                  </a:lnTo>
                  <a:lnTo>
                    <a:pt x="1565300" y="13436"/>
                  </a:lnTo>
                  <a:close/>
                </a:path>
                <a:path w="1887854" h="13970">
                  <a:moveTo>
                    <a:pt x="1592160" y="13436"/>
                  </a:moveTo>
                  <a:lnTo>
                    <a:pt x="1588439" y="0"/>
                  </a:lnTo>
                  <a:lnTo>
                    <a:pt x="1584731" y="0"/>
                  </a:lnTo>
                  <a:lnTo>
                    <a:pt x="1592160" y="13436"/>
                  </a:lnTo>
                  <a:close/>
                </a:path>
                <a:path w="1887854" h="13970">
                  <a:moveTo>
                    <a:pt x="1619021" y="13436"/>
                  </a:moveTo>
                  <a:lnTo>
                    <a:pt x="1615300" y="0"/>
                  </a:lnTo>
                  <a:lnTo>
                    <a:pt x="1611591" y="0"/>
                  </a:lnTo>
                  <a:lnTo>
                    <a:pt x="1619021" y="13436"/>
                  </a:lnTo>
                  <a:close/>
                </a:path>
                <a:path w="1887854" h="13970">
                  <a:moveTo>
                    <a:pt x="1645881" y="13436"/>
                  </a:moveTo>
                  <a:lnTo>
                    <a:pt x="1642160" y="0"/>
                  </a:lnTo>
                  <a:lnTo>
                    <a:pt x="1638452" y="0"/>
                  </a:lnTo>
                  <a:lnTo>
                    <a:pt x="1645881" y="13436"/>
                  </a:lnTo>
                  <a:close/>
                </a:path>
                <a:path w="1887854" h="13970">
                  <a:moveTo>
                    <a:pt x="1672742" y="13436"/>
                  </a:moveTo>
                  <a:lnTo>
                    <a:pt x="1669021" y="0"/>
                  </a:lnTo>
                  <a:lnTo>
                    <a:pt x="1665312" y="0"/>
                  </a:lnTo>
                  <a:lnTo>
                    <a:pt x="1672742" y="13436"/>
                  </a:lnTo>
                  <a:close/>
                </a:path>
                <a:path w="1887854" h="13970">
                  <a:moveTo>
                    <a:pt x="1699602" y="13436"/>
                  </a:moveTo>
                  <a:lnTo>
                    <a:pt x="1695881" y="0"/>
                  </a:lnTo>
                  <a:lnTo>
                    <a:pt x="1692173" y="0"/>
                  </a:lnTo>
                  <a:lnTo>
                    <a:pt x="1699602" y="13436"/>
                  </a:lnTo>
                  <a:close/>
                </a:path>
                <a:path w="1887854" h="13970">
                  <a:moveTo>
                    <a:pt x="1726463" y="13436"/>
                  </a:moveTo>
                  <a:lnTo>
                    <a:pt x="1722742" y="0"/>
                  </a:lnTo>
                  <a:lnTo>
                    <a:pt x="1719033" y="0"/>
                  </a:lnTo>
                  <a:lnTo>
                    <a:pt x="1726463" y="13436"/>
                  </a:lnTo>
                  <a:close/>
                </a:path>
                <a:path w="1887854" h="13970">
                  <a:moveTo>
                    <a:pt x="1753323" y="13436"/>
                  </a:moveTo>
                  <a:lnTo>
                    <a:pt x="1749602" y="0"/>
                  </a:lnTo>
                  <a:lnTo>
                    <a:pt x="1745894" y="0"/>
                  </a:lnTo>
                  <a:lnTo>
                    <a:pt x="1753323" y="13436"/>
                  </a:lnTo>
                  <a:close/>
                </a:path>
                <a:path w="1887854" h="13970">
                  <a:moveTo>
                    <a:pt x="1780184" y="13436"/>
                  </a:moveTo>
                  <a:lnTo>
                    <a:pt x="1776463" y="0"/>
                  </a:lnTo>
                  <a:lnTo>
                    <a:pt x="1772754" y="0"/>
                  </a:lnTo>
                  <a:lnTo>
                    <a:pt x="1780184" y="13436"/>
                  </a:lnTo>
                  <a:close/>
                </a:path>
                <a:path w="1887854" h="13970">
                  <a:moveTo>
                    <a:pt x="1807044" y="13436"/>
                  </a:moveTo>
                  <a:lnTo>
                    <a:pt x="1803323" y="0"/>
                  </a:lnTo>
                  <a:lnTo>
                    <a:pt x="1799615" y="0"/>
                  </a:lnTo>
                  <a:lnTo>
                    <a:pt x="1807044" y="13436"/>
                  </a:lnTo>
                  <a:close/>
                </a:path>
                <a:path w="1887854" h="13970">
                  <a:moveTo>
                    <a:pt x="1833905" y="13436"/>
                  </a:moveTo>
                  <a:lnTo>
                    <a:pt x="1830184" y="0"/>
                  </a:lnTo>
                  <a:lnTo>
                    <a:pt x="1826475" y="0"/>
                  </a:lnTo>
                  <a:lnTo>
                    <a:pt x="1833905" y="13436"/>
                  </a:lnTo>
                  <a:close/>
                </a:path>
                <a:path w="1887854" h="13970">
                  <a:moveTo>
                    <a:pt x="1860765" y="13436"/>
                  </a:moveTo>
                  <a:lnTo>
                    <a:pt x="1857044" y="0"/>
                  </a:lnTo>
                  <a:lnTo>
                    <a:pt x="1853336" y="0"/>
                  </a:lnTo>
                  <a:lnTo>
                    <a:pt x="1860765" y="13436"/>
                  </a:lnTo>
                  <a:close/>
                </a:path>
                <a:path w="1887854" h="13970">
                  <a:moveTo>
                    <a:pt x="1887613" y="13436"/>
                  </a:moveTo>
                  <a:lnTo>
                    <a:pt x="1883905" y="0"/>
                  </a:lnTo>
                  <a:lnTo>
                    <a:pt x="1880196" y="0"/>
                  </a:lnTo>
                  <a:lnTo>
                    <a:pt x="1887613" y="13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8627211" y="3771531"/>
              <a:ext cx="1310640" cy="591185"/>
            </a:xfrm>
            <a:custGeom>
              <a:avLst/>
              <a:gdLst/>
              <a:ahLst/>
              <a:cxnLst/>
              <a:rect l="l" t="t" r="r" b="b"/>
              <a:pathLst>
                <a:path w="1310640" h="591185">
                  <a:moveTo>
                    <a:pt x="7416" y="13436"/>
                  </a:moveTo>
                  <a:lnTo>
                    <a:pt x="3708" y="0"/>
                  </a:lnTo>
                  <a:lnTo>
                    <a:pt x="0" y="0"/>
                  </a:lnTo>
                  <a:lnTo>
                    <a:pt x="7416" y="13436"/>
                  </a:lnTo>
                  <a:close/>
                </a:path>
                <a:path w="1310640" h="591185">
                  <a:moveTo>
                    <a:pt x="34277" y="13436"/>
                  </a:moveTo>
                  <a:lnTo>
                    <a:pt x="30568" y="0"/>
                  </a:lnTo>
                  <a:lnTo>
                    <a:pt x="26860" y="0"/>
                  </a:lnTo>
                  <a:lnTo>
                    <a:pt x="34277" y="13436"/>
                  </a:lnTo>
                  <a:close/>
                </a:path>
                <a:path w="1310640" h="591185">
                  <a:moveTo>
                    <a:pt x="61137" y="13436"/>
                  </a:moveTo>
                  <a:lnTo>
                    <a:pt x="57416" y="0"/>
                  </a:lnTo>
                  <a:lnTo>
                    <a:pt x="53721" y="0"/>
                  </a:lnTo>
                  <a:lnTo>
                    <a:pt x="61137" y="13436"/>
                  </a:lnTo>
                  <a:close/>
                </a:path>
                <a:path w="1310640" h="591185">
                  <a:moveTo>
                    <a:pt x="87998" y="13436"/>
                  </a:moveTo>
                  <a:lnTo>
                    <a:pt x="84277" y="0"/>
                  </a:lnTo>
                  <a:lnTo>
                    <a:pt x="80581" y="0"/>
                  </a:lnTo>
                  <a:lnTo>
                    <a:pt x="87998" y="13436"/>
                  </a:lnTo>
                  <a:close/>
                </a:path>
                <a:path w="1310640" h="591185">
                  <a:moveTo>
                    <a:pt x="114858" y="13436"/>
                  </a:moveTo>
                  <a:lnTo>
                    <a:pt x="111137" y="0"/>
                  </a:lnTo>
                  <a:lnTo>
                    <a:pt x="107442" y="0"/>
                  </a:lnTo>
                  <a:lnTo>
                    <a:pt x="114858" y="13436"/>
                  </a:lnTo>
                  <a:close/>
                </a:path>
                <a:path w="1310640" h="591185">
                  <a:moveTo>
                    <a:pt x="141719" y="13436"/>
                  </a:moveTo>
                  <a:lnTo>
                    <a:pt x="137998" y="0"/>
                  </a:lnTo>
                  <a:lnTo>
                    <a:pt x="134289" y="0"/>
                  </a:lnTo>
                  <a:lnTo>
                    <a:pt x="141719" y="13436"/>
                  </a:lnTo>
                  <a:close/>
                </a:path>
                <a:path w="1310640" h="591185">
                  <a:moveTo>
                    <a:pt x="168579" y="13436"/>
                  </a:moveTo>
                  <a:lnTo>
                    <a:pt x="164858" y="0"/>
                  </a:lnTo>
                  <a:lnTo>
                    <a:pt x="161150" y="0"/>
                  </a:lnTo>
                  <a:lnTo>
                    <a:pt x="168579" y="13436"/>
                  </a:lnTo>
                  <a:close/>
                </a:path>
                <a:path w="1310640" h="591185">
                  <a:moveTo>
                    <a:pt x="195440" y="13436"/>
                  </a:moveTo>
                  <a:lnTo>
                    <a:pt x="191719" y="0"/>
                  </a:lnTo>
                  <a:lnTo>
                    <a:pt x="188010" y="0"/>
                  </a:lnTo>
                  <a:lnTo>
                    <a:pt x="195440" y="13436"/>
                  </a:lnTo>
                  <a:close/>
                </a:path>
                <a:path w="1310640" h="591185">
                  <a:moveTo>
                    <a:pt x="222300" y="13436"/>
                  </a:moveTo>
                  <a:lnTo>
                    <a:pt x="218579" y="0"/>
                  </a:lnTo>
                  <a:lnTo>
                    <a:pt x="214871" y="0"/>
                  </a:lnTo>
                  <a:lnTo>
                    <a:pt x="222300" y="13436"/>
                  </a:lnTo>
                  <a:close/>
                </a:path>
                <a:path w="1310640" h="591185">
                  <a:moveTo>
                    <a:pt x="249161" y="13436"/>
                  </a:moveTo>
                  <a:lnTo>
                    <a:pt x="245440" y="0"/>
                  </a:lnTo>
                  <a:lnTo>
                    <a:pt x="241731" y="0"/>
                  </a:lnTo>
                  <a:lnTo>
                    <a:pt x="249161" y="13436"/>
                  </a:lnTo>
                  <a:close/>
                </a:path>
                <a:path w="1310640" h="591185">
                  <a:moveTo>
                    <a:pt x="276021" y="13436"/>
                  </a:moveTo>
                  <a:lnTo>
                    <a:pt x="272300" y="0"/>
                  </a:lnTo>
                  <a:lnTo>
                    <a:pt x="268592" y="0"/>
                  </a:lnTo>
                  <a:lnTo>
                    <a:pt x="276021" y="13436"/>
                  </a:lnTo>
                  <a:close/>
                </a:path>
                <a:path w="1310640" h="591185">
                  <a:moveTo>
                    <a:pt x="302882" y="13436"/>
                  </a:moveTo>
                  <a:lnTo>
                    <a:pt x="299161" y="0"/>
                  </a:lnTo>
                  <a:lnTo>
                    <a:pt x="295452" y="0"/>
                  </a:lnTo>
                  <a:lnTo>
                    <a:pt x="302882" y="13436"/>
                  </a:lnTo>
                  <a:close/>
                </a:path>
                <a:path w="1310640" h="591185">
                  <a:moveTo>
                    <a:pt x="329742" y="13436"/>
                  </a:moveTo>
                  <a:lnTo>
                    <a:pt x="326021" y="0"/>
                  </a:lnTo>
                  <a:lnTo>
                    <a:pt x="322313" y="0"/>
                  </a:lnTo>
                  <a:lnTo>
                    <a:pt x="329742" y="13436"/>
                  </a:lnTo>
                  <a:close/>
                </a:path>
                <a:path w="1310640" h="591185">
                  <a:moveTo>
                    <a:pt x="356603" y="13436"/>
                  </a:moveTo>
                  <a:lnTo>
                    <a:pt x="352882" y="0"/>
                  </a:lnTo>
                  <a:lnTo>
                    <a:pt x="349173" y="0"/>
                  </a:lnTo>
                  <a:lnTo>
                    <a:pt x="356603" y="13436"/>
                  </a:lnTo>
                  <a:close/>
                </a:path>
                <a:path w="1310640" h="591185">
                  <a:moveTo>
                    <a:pt x="383463" y="13436"/>
                  </a:moveTo>
                  <a:lnTo>
                    <a:pt x="379742" y="0"/>
                  </a:lnTo>
                  <a:lnTo>
                    <a:pt x="376034" y="0"/>
                  </a:lnTo>
                  <a:lnTo>
                    <a:pt x="383463" y="13436"/>
                  </a:lnTo>
                  <a:close/>
                </a:path>
                <a:path w="1310640" h="591185">
                  <a:moveTo>
                    <a:pt x="410324" y="13436"/>
                  </a:moveTo>
                  <a:lnTo>
                    <a:pt x="406603" y="0"/>
                  </a:lnTo>
                  <a:lnTo>
                    <a:pt x="402894" y="0"/>
                  </a:lnTo>
                  <a:lnTo>
                    <a:pt x="410324" y="13436"/>
                  </a:lnTo>
                  <a:close/>
                </a:path>
                <a:path w="1310640" h="591185">
                  <a:moveTo>
                    <a:pt x="437184" y="13436"/>
                  </a:moveTo>
                  <a:lnTo>
                    <a:pt x="433463" y="0"/>
                  </a:lnTo>
                  <a:lnTo>
                    <a:pt x="429755" y="0"/>
                  </a:lnTo>
                  <a:lnTo>
                    <a:pt x="437184" y="13436"/>
                  </a:lnTo>
                  <a:close/>
                </a:path>
                <a:path w="1310640" h="591185">
                  <a:moveTo>
                    <a:pt x="464045" y="13436"/>
                  </a:moveTo>
                  <a:lnTo>
                    <a:pt x="460324" y="0"/>
                  </a:lnTo>
                  <a:lnTo>
                    <a:pt x="456615" y="0"/>
                  </a:lnTo>
                  <a:lnTo>
                    <a:pt x="464045" y="13436"/>
                  </a:lnTo>
                  <a:close/>
                </a:path>
                <a:path w="1310640" h="591185">
                  <a:moveTo>
                    <a:pt x="490905" y="13436"/>
                  </a:moveTo>
                  <a:lnTo>
                    <a:pt x="487184" y="0"/>
                  </a:lnTo>
                  <a:lnTo>
                    <a:pt x="483476" y="0"/>
                  </a:lnTo>
                  <a:lnTo>
                    <a:pt x="490905" y="13436"/>
                  </a:lnTo>
                  <a:close/>
                </a:path>
                <a:path w="1310640" h="591185">
                  <a:moveTo>
                    <a:pt x="517766" y="13436"/>
                  </a:moveTo>
                  <a:lnTo>
                    <a:pt x="514045" y="0"/>
                  </a:lnTo>
                  <a:lnTo>
                    <a:pt x="510336" y="0"/>
                  </a:lnTo>
                  <a:lnTo>
                    <a:pt x="517766" y="13436"/>
                  </a:lnTo>
                  <a:close/>
                </a:path>
                <a:path w="1310640" h="591185">
                  <a:moveTo>
                    <a:pt x="544614" y="13436"/>
                  </a:moveTo>
                  <a:lnTo>
                    <a:pt x="540905" y="0"/>
                  </a:lnTo>
                  <a:lnTo>
                    <a:pt x="537197" y="0"/>
                  </a:lnTo>
                  <a:lnTo>
                    <a:pt x="544614" y="13436"/>
                  </a:lnTo>
                  <a:close/>
                </a:path>
                <a:path w="1310640" h="591185">
                  <a:moveTo>
                    <a:pt x="571474" y="13436"/>
                  </a:moveTo>
                  <a:lnTo>
                    <a:pt x="567766" y="0"/>
                  </a:lnTo>
                  <a:lnTo>
                    <a:pt x="564057" y="0"/>
                  </a:lnTo>
                  <a:lnTo>
                    <a:pt x="571474" y="13436"/>
                  </a:lnTo>
                  <a:close/>
                </a:path>
                <a:path w="1310640" h="591185">
                  <a:moveTo>
                    <a:pt x="598335" y="13436"/>
                  </a:moveTo>
                  <a:lnTo>
                    <a:pt x="594614" y="0"/>
                  </a:lnTo>
                  <a:lnTo>
                    <a:pt x="590918" y="0"/>
                  </a:lnTo>
                  <a:lnTo>
                    <a:pt x="598335" y="13436"/>
                  </a:lnTo>
                  <a:close/>
                </a:path>
                <a:path w="1310640" h="591185">
                  <a:moveTo>
                    <a:pt x="625195" y="13436"/>
                  </a:moveTo>
                  <a:lnTo>
                    <a:pt x="621487" y="0"/>
                  </a:lnTo>
                  <a:lnTo>
                    <a:pt x="617778" y="0"/>
                  </a:lnTo>
                  <a:lnTo>
                    <a:pt x="625195" y="13436"/>
                  </a:lnTo>
                  <a:close/>
                </a:path>
                <a:path w="1310640" h="591185">
                  <a:moveTo>
                    <a:pt x="652056" y="13436"/>
                  </a:moveTo>
                  <a:lnTo>
                    <a:pt x="648335" y="0"/>
                  </a:lnTo>
                  <a:lnTo>
                    <a:pt x="644639" y="0"/>
                  </a:lnTo>
                  <a:lnTo>
                    <a:pt x="652056" y="13436"/>
                  </a:lnTo>
                  <a:close/>
                </a:path>
                <a:path w="1310640" h="591185">
                  <a:moveTo>
                    <a:pt x="678916" y="13436"/>
                  </a:moveTo>
                  <a:lnTo>
                    <a:pt x="675195" y="0"/>
                  </a:lnTo>
                  <a:lnTo>
                    <a:pt x="671487" y="0"/>
                  </a:lnTo>
                  <a:lnTo>
                    <a:pt x="678916" y="13436"/>
                  </a:lnTo>
                  <a:close/>
                </a:path>
                <a:path w="1310640" h="591185">
                  <a:moveTo>
                    <a:pt x="705777" y="13436"/>
                  </a:moveTo>
                  <a:lnTo>
                    <a:pt x="702056" y="0"/>
                  </a:lnTo>
                  <a:lnTo>
                    <a:pt x="698360" y="0"/>
                  </a:lnTo>
                  <a:lnTo>
                    <a:pt x="705777" y="13436"/>
                  </a:lnTo>
                  <a:close/>
                </a:path>
                <a:path w="1310640" h="591185">
                  <a:moveTo>
                    <a:pt x="732637" y="13436"/>
                  </a:moveTo>
                  <a:lnTo>
                    <a:pt x="728916" y="0"/>
                  </a:lnTo>
                  <a:lnTo>
                    <a:pt x="725208" y="0"/>
                  </a:lnTo>
                  <a:lnTo>
                    <a:pt x="732637" y="13436"/>
                  </a:lnTo>
                  <a:close/>
                </a:path>
                <a:path w="1310640" h="591185">
                  <a:moveTo>
                    <a:pt x="759498" y="13436"/>
                  </a:moveTo>
                  <a:lnTo>
                    <a:pt x="755777" y="0"/>
                  </a:lnTo>
                  <a:lnTo>
                    <a:pt x="752068" y="0"/>
                  </a:lnTo>
                  <a:lnTo>
                    <a:pt x="759498" y="13436"/>
                  </a:lnTo>
                  <a:close/>
                </a:path>
                <a:path w="1310640" h="591185">
                  <a:moveTo>
                    <a:pt x="786358" y="13436"/>
                  </a:moveTo>
                  <a:lnTo>
                    <a:pt x="782637" y="0"/>
                  </a:lnTo>
                  <a:lnTo>
                    <a:pt x="778929" y="0"/>
                  </a:lnTo>
                  <a:lnTo>
                    <a:pt x="786358" y="13436"/>
                  </a:lnTo>
                  <a:close/>
                </a:path>
                <a:path w="1310640" h="591185">
                  <a:moveTo>
                    <a:pt x="813219" y="13436"/>
                  </a:moveTo>
                  <a:lnTo>
                    <a:pt x="809498" y="0"/>
                  </a:lnTo>
                  <a:lnTo>
                    <a:pt x="805789" y="0"/>
                  </a:lnTo>
                  <a:lnTo>
                    <a:pt x="813219" y="13436"/>
                  </a:lnTo>
                  <a:close/>
                </a:path>
                <a:path w="1310640" h="591185">
                  <a:moveTo>
                    <a:pt x="840079" y="13436"/>
                  </a:moveTo>
                  <a:lnTo>
                    <a:pt x="836358" y="0"/>
                  </a:lnTo>
                  <a:lnTo>
                    <a:pt x="832650" y="0"/>
                  </a:lnTo>
                  <a:lnTo>
                    <a:pt x="840079" y="13436"/>
                  </a:lnTo>
                  <a:close/>
                </a:path>
                <a:path w="1310640" h="591185">
                  <a:moveTo>
                    <a:pt x="866940" y="13436"/>
                  </a:moveTo>
                  <a:lnTo>
                    <a:pt x="863219" y="0"/>
                  </a:lnTo>
                  <a:lnTo>
                    <a:pt x="859510" y="0"/>
                  </a:lnTo>
                  <a:lnTo>
                    <a:pt x="866940" y="13436"/>
                  </a:lnTo>
                  <a:close/>
                </a:path>
                <a:path w="1310640" h="591185">
                  <a:moveTo>
                    <a:pt x="893800" y="13436"/>
                  </a:moveTo>
                  <a:lnTo>
                    <a:pt x="890079" y="0"/>
                  </a:lnTo>
                  <a:lnTo>
                    <a:pt x="886371" y="0"/>
                  </a:lnTo>
                  <a:lnTo>
                    <a:pt x="893800" y="13436"/>
                  </a:lnTo>
                  <a:close/>
                </a:path>
                <a:path w="1310640" h="591185">
                  <a:moveTo>
                    <a:pt x="920661" y="13436"/>
                  </a:moveTo>
                  <a:lnTo>
                    <a:pt x="916940" y="0"/>
                  </a:lnTo>
                  <a:lnTo>
                    <a:pt x="913231" y="0"/>
                  </a:lnTo>
                  <a:lnTo>
                    <a:pt x="920661" y="13436"/>
                  </a:lnTo>
                  <a:close/>
                </a:path>
                <a:path w="1310640" h="591185">
                  <a:moveTo>
                    <a:pt x="947521" y="13436"/>
                  </a:moveTo>
                  <a:lnTo>
                    <a:pt x="943800" y="0"/>
                  </a:lnTo>
                  <a:lnTo>
                    <a:pt x="940092" y="0"/>
                  </a:lnTo>
                  <a:lnTo>
                    <a:pt x="947521" y="13436"/>
                  </a:lnTo>
                  <a:close/>
                </a:path>
                <a:path w="1310640" h="591185">
                  <a:moveTo>
                    <a:pt x="974382" y="13436"/>
                  </a:moveTo>
                  <a:lnTo>
                    <a:pt x="970661" y="0"/>
                  </a:lnTo>
                  <a:lnTo>
                    <a:pt x="966952" y="0"/>
                  </a:lnTo>
                  <a:lnTo>
                    <a:pt x="974382" y="13436"/>
                  </a:lnTo>
                  <a:close/>
                </a:path>
                <a:path w="1310640" h="591185">
                  <a:moveTo>
                    <a:pt x="1001242" y="13436"/>
                  </a:moveTo>
                  <a:lnTo>
                    <a:pt x="997521" y="0"/>
                  </a:lnTo>
                  <a:lnTo>
                    <a:pt x="993813" y="0"/>
                  </a:lnTo>
                  <a:lnTo>
                    <a:pt x="1001242" y="13436"/>
                  </a:lnTo>
                  <a:close/>
                </a:path>
                <a:path w="1310640" h="591185">
                  <a:moveTo>
                    <a:pt x="1028103" y="13436"/>
                  </a:moveTo>
                  <a:lnTo>
                    <a:pt x="1024382" y="0"/>
                  </a:lnTo>
                  <a:lnTo>
                    <a:pt x="1020673" y="0"/>
                  </a:lnTo>
                  <a:lnTo>
                    <a:pt x="1028103" y="13436"/>
                  </a:lnTo>
                  <a:close/>
                </a:path>
                <a:path w="1310640" h="591185">
                  <a:moveTo>
                    <a:pt x="1054963" y="13436"/>
                  </a:moveTo>
                  <a:lnTo>
                    <a:pt x="1051242" y="0"/>
                  </a:lnTo>
                  <a:lnTo>
                    <a:pt x="1047534" y="0"/>
                  </a:lnTo>
                  <a:lnTo>
                    <a:pt x="1054963" y="13436"/>
                  </a:lnTo>
                  <a:close/>
                </a:path>
                <a:path w="1310640" h="591185">
                  <a:moveTo>
                    <a:pt x="1081811" y="13436"/>
                  </a:moveTo>
                  <a:lnTo>
                    <a:pt x="1078103" y="0"/>
                  </a:lnTo>
                  <a:lnTo>
                    <a:pt x="1074394" y="0"/>
                  </a:lnTo>
                  <a:lnTo>
                    <a:pt x="1081811" y="13436"/>
                  </a:lnTo>
                  <a:close/>
                </a:path>
                <a:path w="1310640" h="591185">
                  <a:moveTo>
                    <a:pt x="1108671" y="13436"/>
                  </a:moveTo>
                  <a:lnTo>
                    <a:pt x="1104963" y="0"/>
                  </a:lnTo>
                  <a:lnTo>
                    <a:pt x="1101255" y="0"/>
                  </a:lnTo>
                  <a:lnTo>
                    <a:pt x="1108671" y="13436"/>
                  </a:lnTo>
                  <a:close/>
                </a:path>
                <a:path w="1310640" h="591185">
                  <a:moveTo>
                    <a:pt x="1135532" y="13436"/>
                  </a:moveTo>
                  <a:lnTo>
                    <a:pt x="1131811" y="0"/>
                  </a:lnTo>
                  <a:lnTo>
                    <a:pt x="1128115" y="0"/>
                  </a:lnTo>
                  <a:lnTo>
                    <a:pt x="1135532" y="13436"/>
                  </a:lnTo>
                  <a:close/>
                </a:path>
                <a:path w="1310640" h="591185">
                  <a:moveTo>
                    <a:pt x="1162392" y="13436"/>
                  </a:moveTo>
                  <a:lnTo>
                    <a:pt x="1158671" y="0"/>
                  </a:lnTo>
                  <a:lnTo>
                    <a:pt x="1154976" y="0"/>
                  </a:lnTo>
                  <a:lnTo>
                    <a:pt x="1162392" y="13436"/>
                  </a:lnTo>
                  <a:close/>
                </a:path>
                <a:path w="1310640" h="591185">
                  <a:moveTo>
                    <a:pt x="1189253" y="13436"/>
                  </a:moveTo>
                  <a:lnTo>
                    <a:pt x="1185532" y="0"/>
                  </a:lnTo>
                  <a:lnTo>
                    <a:pt x="1181836" y="0"/>
                  </a:lnTo>
                  <a:lnTo>
                    <a:pt x="1189253" y="13436"/>
                  </a:lnTo>
                  <a:close/>
                </a:path>
                <a:path w="1310640" h="591185">
                  <a:moveTo>
                    <a:pt x="1216113" y="13436"/>
                  </a:moveTo>
                  <a:lnTo>
                    <a:pt x="1212392" y="0"/>
                  </a:lnTo>
                  <a:lnTo>
                    <a:pt x="1208697" y="0"/>
                  </a:lnTo>
                  <a:lnTo>
                    <a:pt x="1216113" y="13436"/>
                  </a:lnTo>
                  <a:close/>
                </a:path>
                <a:path w="1310640" h="591185">
                  <a:moveTo>
                    <a:pt x="1242974" y="13436"/>
                  </a:moveTo>
                  <a:lnTo>
                    <a:pt x="1239253" y="0"/>
                  </a:lnTo>
                  <a:lnTo>
                    <a:pt x="1235544" y="0"/>
                  </a:lnTo>
                  <a:lnTo>
                    <a:pt x="1242974" y="13436"/>
                  </a:lnTo>
                  <a:close/>
                </a:path>
                <a:path w="1310640" h="591185">
                  <a:moveTo>
                    <a:pt x="1269834" y="13436"/>
                  </a:moveTo>
                  <a:lnTo>
                    <a:pt x="1266113" y="0"/>
                  </a:lnTo>
                  <a:lnTo>
                    <a:pt x="1262405" y="0"/>
                  </a:lnTo>
                  <a:lnTo>
                    <a:pt x="1269834" y="13436"/>
                  </a:lnTo>
                  <a:close/>
                </a:path>
                <a:path w="1310640" h="591185">
                  <a:moveTo>
                    <a:pt x="1296695" y="13436"/>
                  </a:moveTo>
                  <a:lnTo>
                    <a:pt x="1292974" y="0"/>
                  </a:lnTo>
                  <a:lnTo>
                    <a:pt x="1289265" y="0"/>
                  </a:lnTo>
                  <a:lnTo>
                    <a:pt x="1296695" y="13436"/>
                  </a:lnTo>
                  <a:close/>
                </a:path>
                <a:path w="1310640" h="591185">
                  <a:moveTo>
                    <a:pt x="1310589" y="583285"/>
                  </a:moveTo>
                  <a:lnTo>
                    <a:pt x="1297152" y="590715"/>
                  </a:lnTo>
                  <a:lnTo>
                    <a:pt x="1310589" y="586994"/>
                  </a:lnTo>
                  <a:lnTo>
                    <a:pt x="1310589" y="583285"/>
                  </a:lnTo>
                  <a:close/>
                </a:path>
                <a:path w="1310640" h="591185">
                  <a:moveTo>
                    <a:pt x="1310589" y="556412"/>
                  </a:moveTo>
                  <a:lnTo>
                    <a:pt x="1297152" y="563841"/>
                  </a:lnTo>
                  <a:lnTo>
                    <a:pt x="1310589" y="560120"/>
                  </a:lnTo>
                  <a:lnTo>
                    <a:pt x="1310589" y="556412"/>
                  </a:lnTo>
                  <a:close/>
                </a:path>
                <a:path w="1310640" h="591185">
                  <a:moveTo>
                    <a:pt x="1310589" y="529539"/>
                  </a:moveTo>
                  <a:lnTo>
                    <a:pt x="1297152" y="536968"/>
                  </a:lnTo>
                  <a:lnTo>
                    <a:pt x="1310589" y="533247"/>
                  </a:lnTo>
                  <a:lnTo>
                    <a:pt x="1310589" y="529539"/>
                  </a:lnTo>
                  <a:close/>
                </a:path>
                <a:path w="1310640" h="591185">
                  <a:moveTo>
                    <a:pt x="1310589" y="502666"/>
                  </a:moveTo>
                  <a:lnTo>
                    <a:pt x="1297152" y="510108"/>
                  </a:lnTo>
                  <a:lnTo>
                    <a:pt x="1310589" y="506387"/>
                  </a:lnTo>
                  <a:lnTo>
                    <a:pt x="1310589" y="502666"/>
                  </a:lnTo>
                  <a:close/>
                </a:path>
                <a:path w="1310640" h="591185">
                  <a:moveTo>
                    <a:pt x="1310589" y="475805"/>
                  </a:moveTo>
                  <a:lnTo>
                    <a:pt x="1297152" y="483247"/>
                  </a:lnTo>
                  <a:lnTo>
                    <a:pt x="1310589" y="479513"/>
                  </a:lnTo>
                  <a:lnTo>
                    <a:pt x="1310589" y="475805"/>
                  </a:lnTo>
                  <a:close/>
                </a:path>
                <a:path w="1310640" h="591185">
                  <a:moveTo>
                    <a:pt x="1310589" y="448932"/>
                  </a:moveTo>
                  <a:lnTo>
                    <a:pt x="1297152" y="456361"/>
                  </a:lnTo>
                  <a:lnTo>
                    <a:pt x="1310589" y="452640"/>
                  </a:lnTo>
                  <a:lnTo>
                    <a:pt x="1310589" y="448932"/>
                  </a:lnTo>
                  <a:close/>
                </a:path>
                <a:path w="1310640" h="591185">
                  <a:moveTo>
                    <a:pt x="1310589" y="422059"/>
                  </a:moveTo>
                  <a:lnTo>
                    <a:pt x="1297152" y="429488"/>
                  </a:lnTo>
                  <a:lnTo>
                    <a:pt x="1310589" y="425767"/>
                  </a:lnTo>
                  <a:lnTo>
                    <a:pt x="1310589" y="422059"/>
                  </a:lnTo>
                  <a:close/>
                </a:path>
                <a:path w="1310640" h="591185">
                  <a:moveTo>
                    <a:pt x="1310589" y="395185"/>
                  </a:moveTo>
                  <a:lnTo>
                    <a:pt x="1297152" y="402615"/>
                  </a:lnTo>
                  <a:lnTo>
                    <a:pt x="1310589" y="398894"/>
                  </a:lnTo>
                  <a:lnTo>
                    <a:pt x="1310589" y="395185"/>
                  </a:lnTo>
                  <a:close/>
                </a:path>
                <a:path w="1310640" h="591185">
                  <a:moveTo>
                    <a:pt x="1310589" y="368312"/>
                  </a:moveTo>
                  <a:lnTo>
                    <a:pt x="1297152" y="375742"/>
                  </a:lnTo>
                  <a:lnTo>
                    <a:pt x="1310589" y="372021"/>
                  </a:lnTo>
                  <a:lnTo>
                    <a:pt x="1310589" y="368312"/>
                  </a:lnTo>
                  <a:close/>
                </a:path>
                <a:path w="1310640" h="591185">
                  <a:moveTo>
                    <a:pt x="1310589" y="341439"/>
                  </a:moveTo>
                  <a:lnTo>
                    <a:pt x="1297152" y="348869"/>
                  </a:lnTo>
                  <a:lnTo>
                    <a:pt x="1310589" y="345147"/>
                  </a:lnTo>
                  <a:lnTo>
                    <a:pt x="1310589" y="341439"/>
                  </a:lnTo>
                  <a:close/>
                </a:path>
                <a:path w="1310640" h="591185">
                  <a:moveTo>
                    <a:pt x="1310589" y="314566"/>
                  </a:moveTo>
                  <a:lnTo>
                    <a:pt x="1297152" y="321995"/>
                  </a:lnTo>
                  <a:lnTo>
                    <a:pt x="1310589" y="318274"/>
                  </a:lnTo>
                  <a:lnTo>
                    <a:pt x="1310589" y="314566"/>
                  </a:lnTo>
                  <a:close/>
                </a:path>
                <a:path w="1310640" h="591185">
                  <a:moveTo>
                    <a:pt x="1310589" y="287693"/>
                  </a:moveTo>
                  <a:lnTo>
                    <a:pt x="1297152" y="295135"/>
                  </a:lnTo>
                  <a:lnTo>
                    <a:pt x="1310589" y="291401"/>
                  </a:lnTo>
                  <a:lnTo>
                    <a:pt x="1310589" y="287693"/>
                  </a:lnTo>
                  <a:close/>
                </a:path>
                <a:path w="1310640" h="591185">
                  <a:moveTo>
                    <a:pt x="1310589" y="260832"/>
                  </a:moveTo>
                  <a:lnTo>
                    <a:pt x="1297152" y="268262"/>
                  </a:lnTo>
                  <a:lnTo>
                    <a:pt x="1310589" y="264541"/>
                  </a:lnTo>
                  <a:lnTo>
                    <a:pt x="1310589" y="260832"/>
                  </a:lnTo>
                  <a:close/>
                </a:path>
                <a:path w="1310640" h="591185">
                  <a:moveTo>
                    <a:pt x="1310589" y="233959"/>
                  </a:moveTo>
                  <a:lnTo>
                    <a:pt x="1297152" y="241388"/>
                  </a:lnTo>
                  <a:lnTo>
                    <a:pt x="1310589" y="237667"/>
                  </a:lnTo>
                  <a:lnTo>
                    <a:pt x="1310589" y="233959"/>
                  </a:lnTo>
                  <a:close/>
                </a:path>
                <a:path w="1310640" h="591185">
                  <a:moveTo>
                    <a:pt x="1310589" y="207086"/>
                  </a:moveTo>
                  <a:lnTo>
                    <a:pt x="1297152" y="214515"/>
                  </a:lnTo>
                  <a:lnTo>
                    <a:pt x="1310589" y="210794"/>
                  </a:lnTo>
                  <a:lnTo>
                    <a:pt x="1310589" y="207086"/>
                  </a:lnTo>
                  <a:close/>
                </a:path>
                <a:path w="1310640" h="591185">
                  <a:moveTo>
                    <a:pt x="1310589" y="180213"/>
                  </a:moveTo>
                  <a:lnTo>
                    <a:pt x="1297152" y="187642"/>
                  </a:lnTo>
                  <a:lnTo>
                    <a:pt x="1310589" y="183921"/>
                  </a:lnTo>
                  <a:lnTo>
                    <a:pt x="1310589" y="180213"/>
                  </a:lnTo>
                  <a:close/>
                </a:path>
                <a:path w="1310640" h="591185">
                  <a:moveTo>
                    <a:pt x="1310589" y="153339"/>
                  </a:moveTo>
                  <a:lnTo>
                    <a:pt x="1297152" y="160769"/>
                  </a:lnTo>
                  <a:lnTo>
                    <a:pt x="1310589" y="157048"/>
                  </a:lnTo>
                  <a:lnTo>
                    <a:pt x="1310589" y="153339"/>
                  </a:lnTo>
                  <a:close/>
                </a:path>
                <a:path w="1310640" h="591185">
                  <a:moveTo>
                    <a:pt x="1310589" y="126466"/>
                  </a:moveTo>
                  <a:lnTo>
                    <a:pt x="1297152" y="133896"/>
                  </a:lnTo>
                  <a:lnTo>
                    <a:pt x="1310589" y="130175"/>
                  </a:lnTo>
                  <a:lnTo>
                    <a:pt x="1310589" y="126466"/>
                  </a:lnTo>
                  <a:close/>
                </a:path>
                <a:path w="1310640" h="591185">
                  <a:moveTo>
                    <a:pt x="1310589" y="99593"/>
                  </a:moveTo>
                  <a:lnTo>
                    <a:pt x="1297152" y="107022"/>
                  </a:lnTo>
                  <a:lnTo>
                    <a:pt x="1310589" y="103301"/>
                  </a:lnTo>
                  <a:lnTo>
                    <a:pt x="1310589" y="99593"/>
                  </a:lnTo>
                  <a:close/>
                </a:path>
                <a:path w="1310640" h="591185">
                  <a:moveTo>
                    <a:pt x="1310589" y="72732"/>
                  </a:moveTo>
                  <a:lnTo>
                    <a:pt x="1297152" y="80162"/>
                  </a:lnTo>
                  <a:lnTo>
                    <a:pt x="1310589" y="76441"/>
                  </a:lnTo>
                  <a:lnTo>
                    <a:pt x="1310589" y="72732"/>
                  </a:lnTo>
                  <a:close/>
                </a:path>
                <a:path w="1310640" h="591185">
                  <a:moveTo>
                    <a:pt x="1310589" y="45859"/>
                  </a:moveTo>
                  <a:lnTo>
                    <a:pt x="1297152" y="53289"/>
                  </a:lnTo>
                  <a:lnTo>
                    <a:pt x="1310589" y="49568"/>
                  </a:lnTo>
                  <a:lnTo>
                    <a:pt x="1310589" y="45859"/>
                  </a:lnTo>
                  <a:close/>
                </a:path>
                <a:path w="1310640" h="591185">
                  <a:moveTo>
                    <a:pt x="1310589" y="18986"/>
                  </a:moveTo>
                  <a:lnTo>
                    <a:pt x="1297152" y="26416"/>
                  </a:lnTo>
                  <a:lnTo>
                    <a:pt x="1310589" y="22694"/>
                  </a:lnTo>
                  <a:lnTo>
                    <a:pt x="1310589" y="189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8192008" y="4354817"/>
              <a:ext cx="1746250" cy="155575"/>
            </a:xfrm>
            <a:custGeom>
              <a:avLst/>
              <a:gdLst/>
              <a:ahLst/>
              <a:cxnLst/>
              <a:rect l="l" t="t" r="r" b="b"/>
              <a:pathLst>
                <a:path w="1746250" h="155575">
                  <a:moveTo>
                    <a:pt x="7416" y="155321"/>
                  </a:moveTo>
                  <a:lnTo>
                    <a:pt x="0" y="141884"/>
                  </a:lnTo>
                  <a:lnTo>
                    <a:pt x="3708" y="155321"/>
                  </a:lnTo>
                  <a:lnTo>
                    <a:pt x="7416" y="155321"/>
                  </a:lnTo>
                  <a:close/>
                </a:path>
                <a:path w="1746250" h="155575">
                  <a:moveTo>
                    <a:pt x="34277" y="155321"/>
                  </a:moveTo>
                  <a:lnTo>
                    <a:pt x="26847" y="141884"/>
                  </a:lnTo>
                  <a:lnTo>
                    <a:pt x="30568" y="155321"/>
                  </a:lnTo>
                  <a:lnTo>
                    <a:pt x="34277" y="155321"/>
                  </a:lnTo>
                  <a:close/>
                </a:path>
                <a:path w="1746250" h="155575">
                  <a:moveTo>
                    <a:pt x="61137" y="155321"/>
                  </a:moveTo>
                  <a:lnTo>
                    <a:pt x="53721" y="141884"/>
                  </a:lnTo>
                  <a:lnTo>
                    <a:pt x="57429" y="155321"/>
                  </a:lnTo>
                  <a:lnTo>
                    <a:pt x="61137" y="155321"/>
                  </a:lnTo>
                  <a:close/>
                </a:path>
                <a:path w="1746250" h="155575">
                  <a:moveTo>
                    <a:pt x="87998" y="155321"/>
                  </a:moveTo>
                  <a:lnTo>
                    <a:pt x="80568" y="141884"/>
                  </a:lnTo>
                  <a:lnTo>
                    <a:pt x="84289" y="155321"/>
                  </a:lnTo>
                  <a:lnTo>
                    <a:pt x="87998" y="155321"/>
                  </a:lnTo>
                  <a:close/>
                </a:path>
                <a:path w="1746250" h="155575">
                  <a:moveTo>
                    <a:pt x="114858" y="155321"/>
                  </a:moveTo>
                  <a:lnTo>
                    <a:pt x="107429" y="141884"/>
                  </a:lnTo>
                  <a:lnTo>
                    <a:pt x="111150" y="155321"/>
                  </a:lnTo>
                  <a:lnTo>
                    <a:pt x="114858" y="155321"/>
                  </a:lnTo>
                  <a:close/>
                </a:path>
                <a:path w="1746250" h="155575">
                  <a:moveTo>
                    <a:pt x="141719" y="155321"/>
                  </a:moveTo>
                  <a:lnTo>
                    <a:pt x="134289" y="141884"/>
                  </a:lnTo>
                  <a:lnTo>
                    <a:pt x="138010" y="155321"/>
                  </a:lnTo>
                  <a:lnTo>
                    <a:pt x="141719" y="155321"/>
                  </a:lnTo>
                  <a:close/>
                </a:path>
                <a:path w="1746250" h="155575">
                  <a:moveTo>
                    <a:pt x="168579" y="155321"/>
                  </a:moveTo>
                  <a:lnTo>
                    <a:pt x="161150" y="141884"/>
                  </a:lnTo>
                  <a:lnTo>
                    <a:pt x="164871" y="155321"/>
                  </a:lnTo>
                  <a:lnTo>
                    <a:pt x="168579" y="155321"/>
                  </a:lnTo>
                  <a:close/>
                </a:path>
                <a:path w="1746250" h="155575">
                  <a:moveTo>
                    <a:pt x="195440" y="155321"/>
                  </a:moveTo>
                  <a:lnTo>
                    <a:pt x="188010" y="141884"/>
                  </a:lnTo>
                  <a:lnTo>
                    <a:pt x="191731" y="155321"/>
                  </a:lnTo>
                  <a:lnTo>
                    <a:pt x="195440" y="155321"/>
                  </a:lnTo>
                  <a:close/>
                </a:path>
                <a:path w="1746250" h="155575">
                  <a:moveTo>
                    <a:pt x="222300" y="155321"/>
                  </a:moveTo>
                  <a:lnTo>
                    <a:pt x="214871" y="141884"/>
                  </a:lnTo>
                  <a:lnTo>
                    <a:pt x="218592" y="155321"/>
                  </a:lnTo>
                  <a:lnTo>
                    <a:pt x="222300" y="155321"/>
                  </a:lnTo>
                  <a:close/>
                </a:path>
                <a:path w="1746250" h="155575">
                  <a:moveTo>
                    <a:pt x="249161" y="155321"/>
                  </a:moveTo>
                  <a:lnTo>
                    <a:pt x="241731" y="141884"/>
                  </a:lnTo>
                  <a:lnTo>
                    <a:pt x="245452" y="155321"/>
                  </a:lnTo>
                  <a:lnTo>
                    <a:pt x="249161" y="155321"/>
                  </a:lnTo>
                  <a:close/>
                </a:path>
                <a:path w="1746250" h="155575">
                  <a:moveTo>
                    <a:pt x="276021" y="155321"/>
                  </a:moveTo>
                  <a:lnTo>
                    <a:pt x="268592" y="141884"/>
                  </a:lnTo>
                  <a:lnTo>
                    <a:pt x="272313" y="155321"/>
                  </a:lnTo>
                  <a:lnTo>
                    <a:pt x="276021" y="155321"/>
                  </a:lnTo>
                  <a:close/>
                </a:path>
                <a:path w="1746250" h="155575">
                  <a:moveTo>
                    <a:pt x="302882" y="155321"/>
                  </a:moveTo>
                  <a:lnTo>
                    <a:pt x="295452" y="141884"/>
                  </a:lnTo>
                  <a:lnTo>
                    <a:pt x="299173" y="155321"/>
                  </a:lnTo>
                  <a:lnTo>
                    <a:pt x="302882" y="155321"/>
                  </a:lnTo>
                  <a:close/>
                </a:path>
                <a:path w="1746250" h="155575">
                  <a:moveTo>
                    <a:pt x="329742" y="155321"/>
                  </a:moveTo>
                  <a:lnTo>
                    <a:pt x="322313" y="141884"/>
                  </a:lnTo>
                  <a:lnTo>
                    <a:pt x="326034" y="155321"/>
                  </a:lnTo>
                  <a:lnTo>
                    <a:pt x="329742" y="155321"/>
                  </a:lnTo>
                  <a:close/>
                </a:path>
                <a:path w="1746250" h="155575">
                  <a:moveTo>
                    <a:pt x="356603" y="155321"/>
                  </a:moveTo>
                  <a:lnTo>
                    <a:pt x="349173" y="141884"/>
                  </a:lnTo>
                  <a:lnTo>
                    <a:pt x="352894" y="155321"/>
                  </a:lnTo>
                  <a:lnTo>
                    <a:pt x="356603" y="155321"/>
                  </a:lnTo>
                  <a:close/>
                </a:path>
                <a:path w="1746250" h="155575">
                  <a:moveTo>
                    <a:pt x="383463" y="155321"/>
                  </a:moveTo>
                  <a:lnTo>
                    <a:pt x="376034" y="141884"/>
                  </a:lnTo>
                  <a:lnTo>
                    <a:pt x="379755" y="155321"/>
                  </a:lnTo>
                  <a:lnTo>
                    <a:pt x="383463" y="155321"/>
                  </a:lnTo>
                  <a:close/>
                </a:path>
                <a:path w="1746250" h="155575">
                  <a:moveTo>
                    <a:pt x="410324" y="155321"/>
                  </a:moveTo>
                  <a:lnTo>
                    <a:pt x="402894" y="141884"/>
                  </a:lnTo>
                  <a:lnTo>
                    <a:pt x="406615" y="155321"/>
                  </a:lnTo>
                  <a:lnTo>
                    <a:pt x="410324" y="155321"/>
                  </a:lnTo>
                  <a:close/>
                </a:path>
                <a:path w="1746250" h="155575">
                  <a:moveTo>
                    <a:pt x="437184" y="155321"/>
                  </a:moveTo>
                  <a:lnTo>
                    <a:pt x="429755" y="141884"/>
                  </a:lnTo>
                  <a:lnTo>
                    <a:pt x="433476" y="155321"/>
                  </a:lnTo>
                  <a:lnTo>
                    <a:pt x="437184" y="155321"/>
                  </a:lnTo>
                  <a:close/>
                </a:path>
                <a:path w="1746250" h="155575">
                  <a:moveTo>
                    <a:pt x="464045" y="155321"/>
                  </a:moveTo>
                  <a:lnTo>
                    <a:pt x="456615" y="141884"/>
                  </a:lnTo>
                  <a:lnTo>
                    <a:pt x="460336" y="155321"/>
                  </a:lnTo>
                  <a:lnTo>
                    <a:pt x="464045" y="155321"/>
                  </a:lnTo>
                  <a:close/>
                </a:path>
                <a:path w="1746250" h="155575">
                  <a:moveTo>
                    <a:pt x="490905" y="155321"/>
                  </a:moveTo>
                  <a:lnTo>
                    <a:pt x="483476" y="141884"/>
                  </a:lnTo>
                  <a:lnTo>
                    <a:pt x="487197" y="155321"/>
                  </a:lnTo>
                  <a:lnTo>
                    <a:pt x="490905" y="155321"/>
                  </a:lnTo>
                  <a:close/>
                </a:path>
                <a:path w="1746250" h="155575">
                  <a:moveTo>
                    <a:pt x="517753" y="155321"/>
                  </a:moveTo>
                  <a:lnTo>
                    <a:pt x="510336" y="141884"/>
                  </a:lnTo>
                  <a:lnTo>
                    <a:pt x="514057" y="155321"/>
                  </a:lnTo>
                  <a:lnTo>
                    <a:pt x="517753" y="155321"/>
                  </a:lnTo>
                  <a:close/>
                </a:path>
                <a:path w="1746250" h="155575">
                  <a:moveTo>
                    <a:pt x="544614" y="155321"/>
                  </a:moveTo>
                  <a:lnTo>
                    <a:pt x="537197" y="141884"/>
                  </a:lnTo>
                  <a:lnTo>
                    <a:pt x="540905" y="155321"/>
                  </a:lnTo>
                  <a:lnTo>
                    <a:pt x="544614" y="155321"/>
                  </a:lnTo>
                  <a:close/>
                </a:path>
                <a:path w="1746250" h="155575">
                  <a:moveTo>
                    <a:pt x="571474" y="155321"/>
                  </a:moveTo>
                  <a:lnTo>
                    <a:pt x="564045" y="141884"/>
                  </a:lnTo>
                  <a:lnTo>
                    <a:pt x="567766" y="155321"/>
                  </a:lnTo>
                  <a:lnTo>
                    <a:pt x="571474" y="155321"/>
                  </a:lnTo>
                  <a:close/>
                </a:path>
                <a:path w="1746250" h="155575">
                  <a:moveTo>
                    <a:pt x="598335" y="155321"/>
                  </a:moveTo>
                  <a:lnTo>
                    <a:pt x="590905" y="141884"/>
                  </a:lnTo>
                  <a:lnTo>
                    <a:pt x="594626" y="155321"/>
                  </a:lnTo>
                  <a:lnTo>
                    <a:pt x="598335" y="155321"/>
                  </a:lnTo>
                  <a:close/>
                </a:path>
                <a:path w="1746250" h="155575">
                  <a:moveTo>
                    <a:pt x="625195" y="155321"/>
                  </a:moveTo>
                  <a:lnTo>
                    <a:pt x="617766" y="141884"/>
                  </a:lnTo>
                  <a:lnTo>
                    <a:pt x="621487" y="155321"/>
                  </a:lnTo>
                  <a:lnTo>
                    <a:pt x="625195" y="155321"/>
                  </a:lnTo>
                  <a:close/>
                </a:path>
                <a:path w="1746250" h="155575">
                  <a:moveTo>
                    <a:pt x="652056" y="155321"/>
                  </a:moveTo>
                  <a:lnTo>
                    <a:pt x="644626" y="141884"/>
                  </a:lnTo>
                  <a:lnTo>
                    <a:pt x="648347" y="155321"/>
                  </a:lnTo>
                  <a:lnTo>
                    <a:pt x="652056" y="155321"/>
                  </a:lnTo>
                  <a:close/>
                </a:path>
                <a:path w="1746250" h="155575">
                  <a:moveTo>
                    <a:pt x="678916" y="155321"/>
                  </a:moveTo>
                  <a:lnTo>
                    <a:pt x="671487" y="141884"/>
                  </a:lnTo>
                  <a:lnTo>
                    <a:pt x="675208" y="155321"/>
                  </a:lnTo>
                  <a:lnTo>
                    <a:pt x="678916" y="155321"/>
                  </a:lnTo>
                  <a:close/>
                </a:path>
                <a:path w="1746250" h="155575">
                  <a:moveTo>
                    <a:pt x="705777" y="155321"/>
                  </a:moveTo>
                  <a:lnTo>
                    <a:pt x="698347" y="141884"/>
                  </a:lnTo>
                  <a:lnTo>
                    <a:pt x="702068" y="155321"/>
                  </a:lnTo>
                  <a:lnTo>
                    <a:pt x="705777" y="155321"/>
                  </a:lnTo>
                  <a:close/>
                </a:path>
                <a:path w="1746250" h="155575">
                  <a:moveTo>
                    <a:pt x="732637" y="155321"/>
                  </a:moveTo>
                  <a:lnTo>
                    <a:pt x="725208" y="141884"/>
                  </a:lnTo>
                  <a:lnTo>
                    <a:pt x="728929" y="155321"/>
                  </a:lnTo>
                  <a:lnTo>
                    <a:pt x="732637" y="155321"/>
                  </a:lnTo>
                  <a:close/>
                </a:path>
                <a:path w="1746250" h="155575">
                  <a:moveTo>
                    <a:pt x="759498" y="155321"/>
                  </a:moveTo>
                  <a:lnTo>
                    <a:pt x="752068" y="141884"/>
                  </a:lnTo>
                  <a:lnTo>
                    <a:pt x="755789" y="155321"/>
                  </a:lnTo>
                  <a:lnTo>
                    <a:pt x="759498" y="155321"/>
                  </a:lnTo>
                  <a:close/>
                </a:path>
                <a:path w="1746250" h="155575">
                  <a:moveTo>
                    <a:pt x="786358" y="155321"/>
                  </a:moveTo>
                  <a:lnTo>
                    <a:pt x="778929" y="141884"/>
                  </a:lnTo>
                  <a:lnTo>
                    <a:pt x="782650" y="155321"/>
                  </a:lnTo>
                  <a:lnTo>
                    <a:pt x="786358" y="155321"/>
                  </a:lnTo>
                  <a:close/>
                </a:path>
                <a:path w="1746250" h="155575">
                  <a:moveTo>
                    <a:pt x="813219" y="155321"/>
                  </a:moveTo>
                  <a:lnTo>
                    <a:pt x="805789" y="141884"/>
                  </a:lnTo>
                  <a:lnTo>
                    <a:pt x="809510" y="155321"/>
                  </a:lnTo>
                  <a:lnTo>
                    <a:pt x="813219" y="155321"/>
                  </a:lnTo>
                  <a:close/>
                </a:path>
                <a:path w="1746250" h="155575">
                  <a:moveTo>
                    <a:pt x="840079" y="155321"/>
                  </a:moveTo>
                  <a:lnTo>
                    <a:pt x="832650" y="141884"/>
                  </a:lnTo>
                  <a:lnTo>
                    <a:pt x="836371" y="155321"/>
                  </a:lnTo>
                  <a:lnTo>
                    <a:pt x="840079" y="155321"/>
                  </a:lnTo>
                  <a:close/>
                </a:path>
                <a:path w="1746250" h="155575">
                  <a:moveTo>
                    <a:pt x="866940" y="155321"/>
                  </a:moveTo>
                  <a:lnTo>
                    <a:pt x="859510" y="141884"/>
                  </a:lnTo>
                  <a:lnTo>
                    <a:pt x="863231" y="155321"/>
                  </a:lnTo>
                  <a:lnTo>
                    <a:pt x="866940" y="155321"/>
                  </a:lnTo>
                  <a:close/>
                </a:path>
                <a:path w="1746250" h="155575">
                  <a:moveTo>
                    <a:pt x="893800" y="155321"/>
                  </a:moveTo>
                  <a:lnTo>
                    <a:pt x="886371" y="141884"/>
                  </a:lnTo>
                  <a:lnTo>
                    <a:pt x="890092" y="155321"/>
                  </a:lnTo>
                  <a:lnTo>
                    <a:pt x="893800" y="155321"/>
                  </a:lnTo>
                  <a:close/>
                </a:path>
                <a:path w="1746250" h="155575">
                  <a:moveTo>
                    <a:pt x="920661" y="155321"/>
                  </a:moveTo>
                  <a:lnTo>
                    <a:pt x="913231" y="141884"/>
                  </a:lnTo>
                  <a:lnTo>
                    <a:pt x="916952" y="155321"/>
                  </a:lnTo>
                  <a:lnTo>
                    <a:pt x="920661" y="155321"/>
                  </a:lnTo>
                  <a:close/>
                </a:path>
                <a:path w="1746250" h="155575">
                  <a:moveTo>
                    <a:pt x="947521" y="155321"/>
                  </a:moveTo>
                  <a:lnTo>
                    <a:pt x="940092" y="141884"/>
                  </a:lnTo>
                  <a:lnTo>
                    <a:pt x="943813" y="155321"/>
                  </a:lnTo>
                  <a:lnTo>
                    <a:pt x="947521" y="155321"/>
                  </a:lnTo>
                  <a:close/>
                </a:path>
                <a:path w="1746250" h="155575">
                  <a:moveTo>
                    <a:pt x="974382" y="155321"/>
                  </a:moveTo>
                  <a:lnTo>
                    <a:pt x="966952" y="141884"/>
                  </a:lnTo>
                  <a:lnTo>
                    <a:pt x="970673" y="155321"/>
                  </a:lnTo>
                  <a:lnTo>
                    <a:pt x="974382" y="155321"/>
                  </a:lnTo>
                  <a:close/>
                </a:path>
                <a:path w="1746250" h="155575">
                  <a:moveTo>
                    <a:pt x="1001229" y="155321"/>
                  </a:moveTo>
                  <a:lnTo>
                    <a:pt x="993813" y="141884"/>
                  </a:lnTo>
                  <a:lnTo>
                    <a:pt x="997534" y="155321"/>
                  </a:lnTo>
                  <a:lnTo>
                    <a:pt x="1001229" y="155321"/>
                  </a:lnTo>
                  <a:close/>
                </a:path>
                <a:path w="1746250" h="155575">
                  <a:moveTo>
                    <a:pt x="1028090" y="155321"/>
                  </a:moveTo>
                  <a:lnTo>
                    <a:pt x="1020673" y="141884"/>
                  </a:lnTo>
                  <a:lnTo>
                    <a:pt x="1024394" y="155321"/>
                  </a:lnTo>
                  <a:lnTo>
                    <a:pt x="1028090" y="155321"/>
                  </a:lnTo>
                  <a:close/>
                </a:path>
                <a:path w="1746250" h="155575">
                  <a:moveTo>
                    <a:pt x="1054950" y="155321"/>
                  </a:moveTo>
                  <a:lnTo>
                    <a:pt x="1047534" y="141884"/>
                  </a:lnTo>
                  <a:lnTo>
                    <a:pt x="1051255" y="155321"/>
                  </a:lnTo>
                  <a:lnTo>
                    <a:pt x="1054950" y="155321"/>
                  </a:lnTo>
                  <a:close/>
                </a:path>
                <a:path w="1746250" h="155575">
                  <a:moveTo>
                    <a:pt x="1081811" y="155321"/>
                  </a:moveTo>
                  <a:lnTo>
                    <a:pt x="1074394" y="141884"/>
                  </a:lnTo>
                  <a:lnTo>
                    <a:pt x="1078103" y="155321"/>
                  </a:lnTo>
                  <a:lnTo>
                    <a:pt x="1081811" y="155321"/>
                  </a:lnTo>
                  <a:close/>
                </a:path>
                <a:path w="1746250" h="155575">
                  <a:moveTo>
                    <a:pt x="1108671" y="155321"/>
                  </a:moveTo>
                  <a:lnTo>
                    <a:pt x="1101242" y="141884"/>
                  </a:lnTo>
                  <a:lnTo>
                    <a:pt x="1104963" y="155321"/>
                  </a:lnTo>
                  <a:lnTo>
                    <a:pt x="1108671" y="155321"/>
                  </a:lnTo>
                  <a:close/>
                </a:path>
                <a:path w="1746250" h="155575">
                  <a:moveTo>
                    <a:pt x="1135532" y="155321"/>
                  </a:moveTo>
                  <a:lnTo>
                    <a:pt x="1128102" y="141884"/>
                  </a:lnTo>
                  <a:lnTo>
                    <a:pt x="1131824" y="155321"/>
                  </a:lnTo>
                  <a:lnTo>
                    <a:pt x="1135532" y="155321"/>
                  </a:lnTo>
                  <a:close/>
                </a:path>
                <a:path w="1746250" h="155575">
                  <a:moveTo>
                    <a:pt x="1162392" y="155321"/>
                  </a:moveTo>
                  <a:lnTo>
                    <a:pt x="1154963" y="141884"/>
                  </a:lnTo>
                  <a:lnTo>
                    <a:pt x="1158684" y="155321"/>
                  </a:lnTo>
                  <a:lnTo>
                    <a:pt x="1162392" y="155321"/>
                  </a:lnTo>
                  <a:close/>
                </a:path>
                <a:path w="1746250" h="155575">
                  <a:moveTo>
                    <a:pt x="1189253" y="155321"/>
                  </a:moveTo>
                  <a:lnTo>
                    <a:pt x="1181823" y="141884"/>
                  </a:lnTo>
                  <a:lnTo>
                    <a:pt x="1185545" y="155321"/>
                  </a:lnTo>
                  <a:lnTo>
                    <a:pt x="1189253" y="155321"/>
                  </a:lnTo>
                  <a:close/>
                </a:path>
                <a:path w="1746250" h="155575">
                  <a:moveTo>
                    <a:pt x="1216113" y="155321"/>
                  </a:moveTo>
                  <a:lnTo>
                    <a:pt x="1208684" y="141884"/>
                  </a:lnTo>
                  <a:lnTo>
                    <a:pt x="1212405" y="155321"/>
                  </a:lnTo>
                  <a:lnTo>
                    <a:pt x="1216113" y="155321"/>
                  </a:lnTo>
                  <a:close/>
                </a:path>
                <a:path w="1746250" h="155575">
                  <a:moveTo>
                    <a:pt x="1242974" y="155321"/>
                  </a:moveTo>
                  <a:lnTo>
                    <a:pt x="1235544" y="141884"/>
                  </a:lnTo>
                  <a:lnTo>
                    <a:pt x="1239266" y="155321"/>
                  </a:lnTo>
                  <a:lnTo>
                    <a:pt x="1242974" y="155321"/>
                  </a:lnTo>
                  <a:close/>
                </a:path>
                <a:path w="1746250" h="155575">
                  <a:moveTo>
                    <a:pt x="1269834" y="155321"/>
                  </a:moveTo>
                  <a:lnTo>
                    <a:pt x="1262405" y="141884"/>
                  </a:lnTo>
                  <a:lnTo>
                    <a:pt x="1266126" y="155321"/>
                  </a:lnTo>
                  <a:lnTo>
                    <a:pt x="1269834" y="155321"/>
                  </a:lnTo>
                  <a:close/>
                </a:path>
                <a:path w="1746250" h="155575">
                  <a:moveTo>
                    <a:pt x="1296695" y="155321"/>
                  </a:moveTo>
                  <a:lnTo>
                    <a:pt x="1289265" y="141884"/>
                  </a:lnTo>
                  <a:lnTo>
                    <a:pt x="1292987" y="155321"/>
                  </a:lnTo>
                  <a:lnTo>
                    <a:pt x="1296695" y="155321"/>
                  </a:lnTo>
                  <a:close/>
                </a:path>
                <a:path w="1746250" h="155575">
                  <a:moveTo>
                    <a:pt x="1323555" y="155321"/>
                  </a:moveTo>
                  <a:lnTo>
                    <a:pt x="1316126" y="141884"/>
                  </a:lnTo>
                  <a:lnTo>
                    <a:pt x="1319847" y="155321"/>
                  </a:lnTo>
                  <a:lnTo>
                    <a:pt x="1323555" y="155321"/>
                  </a:lnTo>
                  <a:close/>
                </a:path>
                <a:path w="1746250" h="155575">
                  <a:moveTo>
                    <a:pt x="1350416" y="155321"/>
                  </a:moveTo>
                  <a:lnTo>
                    <a:pt x="1342986" y="141884"/>
                  </a:lnTo>
                  <a:lnTo>
                    <a:pt x="1346708" y="155321"/>
                  </a:lnTo>
                  <a:lnTo>
                    <a:pt x="1350416" y="155321"/>
                  </a:lnTo>
                  <a:close/>
                </a:path>
                <a:path w="1746250" h="155575">
                  <a:moveTo>
                    <a:pt x="1377276" y="155321"/>
                  </a:moveTo>
                  <a:lnTo>
                    <a:pt x="1369847" y="141884"/>
                  </a:lnTo>
                  <a:lnTo>
                    <a:pt x="1373568" y="155321"/>
                  </a:lnTo>
                  <a:lnTo>
                    <a:pt x="1377276" y="155321"/>
                  </a:lnTo>
                  <a:close/>
                </a:path>
                <a:path w="1746250" h="155575">
                  <a:moveTo>
                    <a:pt x="1404137" y="155321"/>
                  </a:moveTo>
                  <a:lnTo>
                    <a:pt x="1396707" y="141884"/>
                  </a:lnTo>
                  <a:lnTo>
                    <a:pt x="1400429" y="155321"/>
                  </a:lnTo>
                  <a:lnTo>
                    <a:pt x="1404137" y="155321"/>
                  </a:lnTo>
                  <a:close/>
                </a:path>
                <a:path w="1746250" h="155575">
                  <a:moveTo>
                    <a:pt x="1430997" y="155321"/>
                  </a:moveTo>
                  <a:lnTo>
                    <a:pt x="1423568" y="141884"/>
                  </a:lnTo>
                  <a:lnTo>
                    <a:pt x="1427289" y="155321"/>
                  </a:lnTo>
                  <a:lnTo>
                    <a:pt x="1430997" y="155321"/>
                  </a:lnTo>
                  <a:close/>
                </a:path>
                <a:path w="1746250" h="155575">
                  <a:moveTo>
                    <a:pt x="1457858" y="155321"/>
                  </a:moveTo>
                  <a:lnTo>
                    <a:pt x="1450428" y="141884"/>
                  </a:lnTo>
                  <a:lnTo>
                    <a:pt x="1454150" y="155321"/>
                  </a:lnTo>
                  <a:lnTo>
                    <a:pt x="1457858" y="155321"/>
                  </a:lnTo>
                  <a:close/>
                </a:path>
                <a:path w="1746250" h="155575">
                  <a:moveTo>
                    <a:pt x="1484718" y="155321"/>
                  </a:moveTo>
                  <a:lnTo>
                    <a:pt x="1477289" y="141884"/>
                  </a:lnTo>
                  <a:lnTo>
                    <a:pt x="1481010" y="155321"/>
                  </a:lnTo>
                  <a:lnTo>
                    <a:pt x="1484718" y="155321"/>
                  </a:lnTo>
                  <a:close/>
                </a:path>
                <a:path w="1746250" h="155575">
                  <a:moveTo>
                    <a:pt x="1511579" y="155321"/>
                  </a:moveTo>
                  <a:lnTo>
                    <a:pt x="1504149" y="141884"/>
                  </a:lnTo>
                  <a:lnTo>
                    <a:pt x="1507871" y="155321"/>
                  </a:lnTo>
                  <a:lnTo>
                    <a:pt x="1511579" y="155321"/>
                  </a:lnTo>
                  <a:close/>
                </a:path>
                <a:path w="1746250" h="155575">
                  <a:moveTo>
                    <a:pt x="1538427" y="155321"/>
                  </a:moveTo>
                  <a:lnTo>
                    <a:pt x="1531010" y="141884"/>
                  </a:lnTo>
                  <a:lnTo>
                    <a:pt x="1534731" y="155321"/>
                  </a:lnTo>
                  <a:lnTo>
                    <a:pt x="1538427" y="155321"/>
                  </a:lnTo>
                  <a:close/>
                </a:path>
                <a:path w="1746250" h="155575">
                  <a:moveTo>
                    <a:pt x="1565300" y="155321"/>
                  </a:moveTo>
                  <a:lnTo>
                    <a:pt x="1557870" y="141884"/>
                  </a:lnTo>
                  <a:lnTo>
                    <a:pt x="1561592" y="155321"/>
                  </a:lnTo>
                  <a:lnTo>
                    <a:pt x="1565300" y="155321"/>
                  </a:lnTo>
                  <a:close/>
                </a:path>
                <a:path w="1746250" h="155575">
                  <a:moveTo>
                    <a:pt x="1592148" y="155321"/>
                  </a:moveTo>
                  <a:lnTo>
                    <a:pt x="1584731" y="141884"/>
                  </a:lnTo>
                  <a:lnTo>
                    <a:pt x="1588452" y="155321"/>
                  </a:lnTo>
                  <a:lnTo>
                    <a:pt x="1592148" y="155321"/>
                  </a:lnTo>
                  <a:close/>
                </a:path>
                <a:path w="1746250" h="155575">
                  <a:moveTo>
                    <a:pt x="1619008" y="155321"/>
                  </a:moveTo>
                  <a:lnTo>
                    <a:pt x="1611591" y="141884"/>
                  </a:lnTo>
                  <a:lnTo>
                    <a:pt x="1615300" y="155321"/>
                  </a:lnTo>
                  <a:lnTo>
                    <a:pt x="1619008" y="155321"/>
                  </a:lnTo>
                  <a:close/>
                </a:path>
                <a:path w="1746250" h="155575">
                  <a:moveTo>
                    <a:pt x="1645869" y="155321"/>
                  </a:moveTo>
                  <a:lnTo>
                    <a:pt x="1638439" y="141884"/>
                  </a:lnTo>
                  <a:lnTo>
                    <a:pt x="1642160" y="155321"/>
                  </a:lnTo>
                  <a:lnTo>
                    <a:pt x="1645869" y="155321"/>
                  </a:lnTo>
                  <a:close/>
                </a:path>
                <a:path w="1746250" h="155575">
                  <a:moveTo>
                    <a:pt x="1672729" y="155321"/>
                  </a:moveTo>
                  <a:lnTo>
                    <a:pt x="1665300" y="141884"/>
                  </a:lnTo>
                  <a:lnTo>
                    <a:pt x="1669021" y="155321"/>
                  </a:lnTo>
                  <a:lnTo>
                    <a:pt x="1672729" y="155321"/>
                  </a:lnTo>
                  <a:close/>
                </a:path>
                <a:path w="1746250" h="155575">
                  <a:moveTo>
                    <a:pt x="1699590" y="155321"/>
                  </a:moveTo>
                  <a:lnTo>
                    <a:pt x="1692160" y="141884"/>
                  </a:lnTo>
                  <a:lnTo>
                    <a:pt x="1695881" y="155321"/>
                  </a:lnTo>
                  <a:lnTo>
                    <a:pt x="1699590" y="155321"/>
                  </a:lnTo>
                  <a:close/>
                </a:path>
                <a:path w="1746250" h="155575">
                  <a:moveTo>
                    <a:pt x="1726450" y="155321"/>
                  </a:moveTo>
                  <a:lnTo>
                    <a:pt x="1719021" y="141884"/>
                  </a:lnTo>
                  <a:lnTo>
                    <a:pt x="1722742" y="155321"/>
                  </a:lnTo>
                  <a:lnTo>
                    <a:pt x="1726450" y="155321"/>
                  </a:lnTo>
                  <a:close/>
                </a:path>
                <a:path w="1746250" h="155575">
                  <a:moveTo>
                    <a:pt x="1745792" y="134353"/>
                  </a:moveTo>
                  <a:lnTo>
                    <a:pt x="1732356" y="141782"/>
                  </a:lnTo>
                  <a:lnTo>
                    <a:pt x="1745792" y="138061"/>
                  </a:lnTo>
                  <a:lnTo>
                    <a:pt x="1745792" y="134353"/>
                  </a:lnTo>
                  <a:close/>
                </a:path>
                <a:path w="1746250" h="155575">
                  <a:moveTo>
                    <a:pt x="1745792" y="107492"/>
                  </a:moveTo>
                  <a:lnTo>
                    <a:pt x="1732356" y="114922"/>
                  </a:lnTo>
                  <a:lnTo>
                    <a:pt x="1745792" y="111201"/>
                  </a:lnTo>
                  <a:lnTo>
                    <a:pt x="1745792" y="107492"/>
                  </a:lnTo>
                  <a:close/>
                </a:path>
                <a:path w="1746250" h="155575">
                  <a:moveTo>
                    <a:pt x="1745792" y="80619"/>
                  </a:moveTo>
                  <a:lnTo>
                    <a:pt x="1732356" y="88049"/>
                  </a:lnTo>
                  <a:lnTo>
                    <a:pt x="1745792" y="84328"/>
                  </a:lnTo>
                  <a:lnTo>
                    <a:pt x="1745792" y="80619"/>
                  </a:lnTo>
                  <a:close/>
                </a:path>
                <a:path w="1746250" h="155575">
                  <a:moveTo>
                    <a:pt x="1745792" y="53746"/>
                  </a:moveTo>
                  <a:lnTo>
                    <a:pt x="1732356" y="61175"/>
                  </a:lnTo>
                  <a:lnTo>
                    <a:pt x="1745792" y="57454"/>
                  </a:lnTo>
                  <a:lnTo>
                    <a:pt x="1745792" y="53746"/>
                  </a:lnTo>
                  <a:close/>
                </a:path>
                <a:path w="1746250" h="155575">
                  <a:moveTo>
                    <a:pt x="1745792" y="26873"/>
                  </a:moveTo>
                  <a:lnTo>
                    <a:pt x="1732356" y="34302"/>
                  </a:lnTo>
                  <a:lnTo>
                    <a:pt x="1745792" y="30581"/>
                  </a:lnTo>
                  <a:lnTo>
                    <a:pt x="1745792" y="26873"/>
                  </a:lnTo>
                  <a:close/>
                </a:path>
                <a:path w="1746250" h="155575">
                  <a:moveTo>
                    <a:pt x="1745792" y="0"/>
                  </a:moveTo>
                  <a:lnTo>
                    <a:pt x="1732356" y="7429"/>
                  </a:lnTo>
                  <a:lnTo>
                    <a:pt x="1745792" y="3708"/>
                  </a:lnTo>
                  <a:lnTo>
                    <a:pt x="17457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6311811" y="4496701"/>
              <a:ext cx="1887855" cy="13970"/>
            </a:xfrm>
            <a:custGeom>
              <a:avLst/>
              <a:gdLst/>
              <a:ahLst/>
              <a:cxnLst/>
              <a:rect l="l" t="t" r="r" b="b"/>
              <a:pathLst>
                <a:path w="1887854" h="13970">
                  <a:moveTo>
                    <a:pt x="7429" y="13436"/>
                  </a:moveTo>
                  <a:lnTo>
                    <a:pt x="0" y="0"/>
                  </a:lnTo>
                  <a:lnTo>
                    <a:pt x="3721" y="13436"/>
                  </a:lnTo>
                  <a:lnTo>
                    <a:pt x="7429" y="13436"/>
                  </a:lnTo>
                  <a:close/>
                </a:path>
                <a:path w="1887854" h="13970">
                  <a:moveTo>
                    <a:pt x="34290" y="13436"/>
                  </a:moveTo>
                  <a:lnTo>
                    <a:pt x="26860" y="0"/>
                  </a:lnTo>
                  <a:lnTo>
                    <a:pt x="30581" y="13436"/>
                  </a:lnTo>
                  <a:lnTo>
                    <a:pt x="34290" y="13436"/>
                  </a:lnTo>
                  <a:close/>
                </a:path>
                <a:path w="1887854" h="13970">
                  <a:moveTo>
                    <a:pt x="61150" y="13436"/>
                  </a:moveTo>
                  <a:lnTo>
                    <a:pt x="53721" y="0"/>
                  </a:lnTo>
                  <a:lnTo>
                    <a:pt x="57442" y="13436"/>
                  </a:lnTo>
                  <a:lnTo>
                    <a:pt x="61150" y="13436"/>
                  </a:lnTo>
                  <a:close/>
                </a:path>
                <a:path w="1887854" h="13970">
                  <a:moveTo>
                    <a:pt x="88011" y="13436"/>
                  </a:moveTo>
                  <a:lnTo>
                    <a:pt x="80581" y="0"/>
                  </a:lnTo>
                  <a:lnTo>
                    <a:pt x="84302" y="13436"/>
                  </a:lnTo>
                  <a:lnTo>
                    <a:pt x="88011" y="13436"/>
                  </a:lnTo>
                  <a:close/>
                </a:path>
                <a:path w="1887854" h="13970">
                  <a:moveTo>
                    <a:pt x="114871" y="13436"/>
                  </a:moveTo>
                  <a:lnTo>
                    <a:pt x="107442" y="0"/>
                  </a:lnTo>
                  <a:lnTo>
                    <a:pt x="111163" y="13436"/>
                  </a:lnTo>
                  <a:lnTo>
                    <a:pt x="114871" y="13436"/>
                  </a:lnTo>
                  <a:close/>
                </a:path>
                <a:path w="1887854" h="13970">
                  <a:moveTo>
                    <a:pt x="141732" y="13436"/>
                  </a:moveTo>
                  <a:lnTo>
                    <a:pt x="134302" y="0"/>
                  </a:lnTo>
                  <a:lnTo>
                    <a:pt x="138023" y="13436"/>
                  </a:lnTo>
                  <a:lnTo>
                    <a:pt x="141732" y="13436"/>
                  </a:lnTo>
                  <a:close/>
                </a:path>
                <a:path w="1887854" h="13970">
                  <a:moveTo>
                    <a:pt x="168592" y="13436"/>
                  </a:moveTo>
                  <a:lnTo>
                    <a:pt x="161163" y="0"/>
                  </a:lnTo>
                  <a:lnTo>
                    <a:pt x="164884" y="13436"/>
                  </a:lnTo>
                  <a:lnTo>
                    <a:pt x="168592" y="13436"/>
                  </a:lnTo>
                  <a:close/>
                </a:path>
                <a:path w="1887854" h="13970">
                  <a:moveTo>
                    <a:pt x="195453" y="13436"/>
                  </a:moveTo>
                  <a:lnTo>
                    <a:pt x="188023" y="0"/>
                  </a:lnTo>
                  <a:lnTo>
                    <a:pt x="191744" y="13436"/>
                  </a:lnTo>
                  <a:lnTo>
                    <a:pt x="195453" y="13436"/>
                  </a:lnTo>
                  <a:close/>
                </a:path>
                <a:path w="1887854" h="13970">
                  <a:moveTo>
                    <a:pt x="222288" y="13436"/>
                  </a:moveTo>
                  <a:lnTo>
                    <a:pt x="214884" y="0"/>
                  </a:lnTo>
                  <a:lnTo>
                    <a:pt x="218605" y="13436"/>
                  </a:lnTo>
                  <a:lnTo>
                    <a:pt x="222288" y="13436"/>
                  </a:lnTo>
                  <a:close/>
                </a:path>
                <a:path w="1887854" h="13970">
                  <a:moveTo>
                    <a:pt x="249148" y="13436"/>
                  </a:moveTo>
                  <a:lnTo>
                    <a:pt x="241744" y="0"/>
                  </a:lnTo>
                  <a:lnTo>
                    <a:pt x="245465" y="13436"/>
                  </a:lnTo>
                  <a:lnTo>
                    <a:pt x="249148" y="13436"/>
                  </a:lnTo>
                  <a:close/>
                </a:path>
                <a:path w="1887854" h="13970">
                  <a:moveTo>
                    <a:pt x="276021" y="13436"/>
                  </a:moveTo>
                  <a:lnTo>
                    <a:pt x="268605" y="0"/>
                  </a:lnTo>
                  <a:lnTo>
                    <a:pt x="272300" y="13436"/>
                  </a:lnTo>
                  <a:lnTo>
                    <a:pt x="276021" y="13436"/>
                  </a:lnTo>
                  <a:close/>
                </a:path>
                <a:path w="1887854" h="13970">
                  <a:moveTo>
                    <a:pt x="302882" y="13436"/>
                  </a:moveTo>
                  <a:lnTo>
                    <a:pt x="295440" y="0"/>
                  </a:lnTo>
                  <a:lnTo>
                    <a:pt x="299161" y="13436"/>
                  </a:lnTo>
                  <a:lnTo>
                    <a:pt x="302882" y="13436"/>
                  </a:lnTo>
                  <a:close/>
                </a:path>
                <a:path w="1887854" h="13970">
                  <a:moveTo>
                    <a:pt x="329742" y="13436"/>
                  </a:moveTo>
                  <a:lnTo>
                    <a:pt x="322300" y="0"/>
                  </a:lnTo>
                  <a:lnTo>
                    <a:pt x="326021" y="13436"/>
                  </a:lnTo>
                  <a:lnTo>
                    <a:pt x="329742" y="13436"/>
                  </a:lnTo>
                  <a:close/>
                </a:path>
                <a:path w="1887854" h="13970">
                  <a:moveTo>
                    <a:pt x="356603" y="13436"/>
                  </a:moveTo>
                  <a:lnTo>
                    <a:pt x="349173" y="0"/>
                  </a:lnTo>
                  <a:lnTo>
                    <a:pt x="352894" y="13436"/>
                  </a:lnTo>
                  <a:lnTo>
                    <a:pt x="356603" y="13436"/>
                  </a:lnTo>
                  <a:close/>
                </a:path>
                <a:path w="1887854" h="13970">
                  <a:moveTo>
                    <a:pt x="383463" y="13436"/>
                  </a:moveTo>
                  <a:lnTo>
                    <a:pt x="376034" y="0"/>
                  </a:lnTo>
                  <a:lnTo>
                    <a:pt x="379755" y="13436"/>
                  </a:lnTo>
                  <a:lnTo>
                    <a:pt x="383463" y="13436"/>
                  </a:lnTo>
                  <a:close/>
                </a:path>
                <a:path w="1887854" h="13970">
                  <a:moveTo>
                    <a:pt x="410324" y="13436"/>
                  </a:moveTo>
                  <a:lnTo>
                    <a:pt x="402894" y="0"/>
                  </a:lnTo>
                  <a:lnTo>
                    <a:pt x="406615" y="13436"/>
                  </a:lnTo>
                  <a:lnTo>
                    <a:pt x="410324" y="13436"/>
                  </a:lnTo>
                  <a:close/>
                </a:path>
                <a:path w="1887854" h="13970">
                  <a:moveTo>
                    <a:pt x="437184" y="13436"/>
                  </a:moveTo>
                  <a:lnTo>
                    <a:pt x="429755" y="0"/>
                  </a:lnTo>
                  <a:lnTo>
                    <a:pt x="433476" y="13436"/>
                  </a:lnTo>
                  <a:lnTo>
                    <a:pt x="437184" y="13436"/>
                  </a:lnTo>
                  <a:close/>
                </a:path>
                <a:path w="1887854" h="13970">
                  <a:moveTo>
                    <a:pt x="464045" y="13436"/>
                  </a:moveTo>
                  <a:lnTo>
                    <a:pt x="456615" y="0"/>
                  </a:lnTo>
                  <a:lnTo>
                    <a:pt x="460336" y="13436"/>
                  </a:lnTo>
                  <a:lnTo>
                    <a:pt x="464045" y="13436"/>
                  </a:lnTo>
                  <a:close/>
                </a:path>
                <a:path w="1887854" h="13970">
                  <a:moveTo>
                    <a:pt x="490905" y="13436"/>
                  </a:moveTo>
                  <a:lnTo>
                    <a:pt x="483476" y="0"/>
                  </a:lnTo>
                  <a:lnTo>
                    <a:pt x="487197" y="13436"/>
                  </a:lnTo>
                  <a:lnTo>
                    <a:pt x="490905" y="13436"/>
                  </a:lnTo>
                  <a:close/>
                </a:path>
                <a:path w="1887854" h="13970">
                  <a:moveTo>
                    <a:pt x="517766" y="13436"/>
                  </a:moveTo>
                  <a:lnTo>
                    <a:pt x="510336" y="0"/>
                  </a:lnTo>
                  <a:lnTo>
                    <a:pt x="514057" y="13436"/>
                  </a:lnTo>
                  <a:lnTo>
                    <a:pt x="517766" y="13436"/>
                  </a:lnTo>
                  <a:close/>
                </a:path>
                <a:path w="1887854" h="13970">
                  <a:moveTo>
                    <a:pt x="544626" y="13436"/>
                  </a:moveTo>
                  <a:lnTo>
                    <a:pt x="537197" y="0"/>
                  </a:lnTo>
                  <a:lnTo>
                    <a:pt x="540918" y="13436"/>
                  </a:lnTo>
                  <a:lnTo>
                    <a:pt x="544626" y="13436"/>
                  </a:lnTo>
                  <a:close/>
                </a:path>
                <a:path w="1887854" h="13970">
                  <a:moveTo>
                    <a:pt x="571487" y="13436"/>
                  </a:moveTo>
                  <a:lnTo>
                    <a:pt x="564057" y="0"/>
                  </a:lnTo>
                  <a:lnTo>
                    <a:pt x="567778" y="13436"/>
                  </a:lnTo>
                  <a:lnTo>
                    <a:pt x="571487" y="13436"/>
                  </a:lnTo>
                  <a:close/>
                </a:path>
                <a:path w="1887854" h="13970">
                  <a:moveTo>
                    <a:pt x="598347" y="13436"/>
                  </a:moveTo>
                  <a:lnTo>
                    <a:pt x="590918" y="0"/>
                  </a:lnTo>
                  <a:lnTo>
                    <a:pt x="594639" y="13436"/>
                  </a:lnTo>
                  <a:lnTo>
                    <a:pt x="598347" y="13436"/>
                  </a:lnTo>
                  <a:close/>
                </a:path>
                <a:path w="1887854" h="13970">
                  <a:moveTo>
                    <a:pt x="625208" y="13436"/>
                  </a:moveTo>
                  <a:lnTo>
                    <a:pt x="617778" y="0"/>
                  </a:lnTo>
                  <a:lnTo>
                    <a:pt x="621499" y="13436"/>
                  </a:lnTo>
                  <a:lnTo>
                    <a:pt x="625208" y="13436"/>
                  </a:lnTo>
                  <a:close/>
                </a:path>
                <a:path w="1887854" h="13970">
                  <a:moveTo>
                    <a:pt x="652068" y="13436"/>
                  </a:moveTo>
                  <a:lnTo>
                    <a:pt x="644639" y="0"/>
                  </a:lnTo>
                  <a:lnTo>
                    <a:pt x="648360" y="13436"/>
                  </a:lnTo>
                  <a:lnTo>
                    <a:pt x="652068" y="13436"/>
                  </a:lnTo>
                  <a:close/>
                </a:path>
                <a:path w="1887854" h="13970">
                  <a:moveTo>
                    <a:pt x="678929" y="13436"/>
                  </a:moveTo>
                  <a:lnTo>
                    <a:pt x="671499" y="0"/>
                  </a:lnTo>
                  <a:lnTo>
                    <a:pt x="675220" y="13436"/>
                  </a:lnTo>
                  <a:lnTo>
                    <a:pt x="678929" y="13436"/>
                  </a:lnTo>
                  <a:close/>
                </a:path>
                <a:path w="1887854" h="13970">
                  <a:moveTo>
                    <a:pt x="705789" y="13436"/>
                  </a:moveTo>
                  <a:lnTo>
                    <a:pt x="698360" y="0"/>
                  </a:lnTo>
                  <a:lnTo>
                    <a:pt x="702081" y="13436"/>
                  </a:lnTo>
                  <a:lnTo>
                    <a:pt x="705789" y="13436"/>
                  </a:lnTo>
                  <a:close/>
                </a:path>
                <a:path w="1887854" h="13970">
                  <a:moveTo>
                    <a:pt x="732650" y="13436"/>
                  </a:moveTo>
                  <a:lnTo>
                    <a:pt x="725220" y="0"/>
                  </a:lnTo>
                  <a:lnTo>
                    <a:pt x="728941" y="13436"/>
                  </a:lnTo>
                  <a:lnTo>
                    <a:pt x="732650" y="13436"/>
                  </a:lnTo>
                  <a:close/>
                </a:path>
                <a:path w="1887854" h="13970">
                  <a:moveTo>
                    <a:pt x="759498" y="13436"/>
                  </a:moveTo>
                  <a:lnTo>
                    <a:pt x="752081" y="0"/>
                  </a:lnTo>
                  <a:lnTo>
                    <a:pt x="755802" y="13436"/>
                  </a:lnTo>
                  <a:lnTo>
                    <a:pt x="759498" y="13436"/>
                  </a:lnTo>
                  <a:close/>
                </a:path>
                <a:path w="1887854" h="13970">
                  <a:moveTo>
                    <a:pt x="786358" y="13436"/>
                  </a:moveTo>
                  <a:lnTo>
                    <a:pt x="778941" y="0"/>
                  </a:lnTo>
                  <a:lnTo>
                    <a:pt x="782662" y="13436"/>
                  </a:lnTo>
                  <a:lnTo>
                    <a:pt x="786358" y="13436"/>
                  </a:lnTo>
                  <a:close/>
                </a:path>
                <a:path w="1887854" h="13970">
                  <a:moveTo>
                    <a:pt x="813219" y="13436"/>
                  </a:moveTo>
                  <a:lnTo>
                    <a:pt x="805802" y="0"/>
                  </a:lnTo>
                  <a:lnTo>
                    <a:pt x="809523" y="13436"/>
                  </a:lnTo>
                  <a:lnTo>
                    <a:pt x="813219" y="13436"/>
                  </a:lnTo>
                  <a:close/>
                </a:path>
                <a:path w="1887854" h="13970">
                  <a:moveTo>
                    <a:pt x="840079" y="13436"/>
                  </a:moveTo>
                  <a:lnTo>
                    <a:pt x="832650" y="0"/>
                  </a:lnTo>
                  <a:lnTo>
                    <a:pt x="836371" y="13436"/>
                  </a:lnTo>
                  <a:lnTo>
                    <a:pt x="840079" y="13436"/>
                  </a:lnTo>
                  <a:close/>
                </a:path>
                <a:path w="1887854" h="13970">
                  <a:moveTo>
                    <a:pt x="866940" y="13436"/>
                  </a:moveTo>
                  <a:lnTo>
                    <a:pt x="859523" y="0"/>
                  </a:lnTo>
                  <a:lnTo>
                    <a:pt x="863231" y="13436"/>
                  </a:lnTo>
                  <a:lnTo>
                    <a:pt x="866940" y="13436"/>
                  </a:lnTo>
                  <a:close/>
                </a:path>
                <a:path w="1887854" h="13970">
                  <a:moveTo>
                    <a:pt x="893800" y="13436"/>
                  </a:moveTo>
                  <a:lnTo>
                    <a:pt x="886371" y="0"/>
                  </a:lnTo>
                  <a:lnTo>
                    <a:pt x="890092" y="13436"/>
                  </a:lnTo>
                  <a:lnTo>
                    <a:pt x="893800" y="13436"/>
                  </a:lnTo>
                  <a:close/>
                </a:path>
                <a:path w="1887854" h="13970">
                  <a:moveTo>
                    <a:pt x="920661" y="13436"/>
                  </a:moveTo>
                  <a:lnTo>
                    <a:pt x="913231" y="0"/>
                  </a:lnTo>
                  <a:lnTo>
                    <a:pt x="916952" y="13436"/>
                  </a:lnTo>
                  <a:lnTo>
                    <a:pt x="920661" y="13436"/>
                  </a:lnTo>
                  <a:close/>
                </a:path>
                <a:path w="1887854" h="13970">
                  <a:moveTo>
                    <a:pt x="947521" y="13436"/>
                  </a:moveTo>
                  <a:lnTo>
                    <a:pt x="940092" y="0"/>
                  </a:lnTo>
                  <a:lnTo>
                    <a:pt x="943813" y="13436"/>
                  </a:lnTo>
                  <a:lnTo>
                    <a:pt x="947521" y="13436"/>
                  </a:lnTo>
                  <a:close/>
                </a:path>
                <a:path w="1887854" h="13970">
                  <a:moveTo>
                    <a:pt x="974382" y="13436"/>
                  </a:moveTo>
                  <a:lnTo>
                    <a:pt x="966952" y="0"/>
                  </a:lnTo>
                  <a:lnTo>
                    <a:pt x="970673" y="13436"/>
                  </a:lnTo>
                  <a:lnTo>
                    <a:pt x="974382" y="13436"/>
                  </a:lnTo>
                  <a:close/>
                </a:path>
                <a:path w="1887854" h="13970">
                  <a:moveTo>
                    <a:pt x="1001242" y="13436"/>
                  </a:moveTo>
                  <a:lnTo>
                    <a:pt x="993813" y="0"/>
                  </a:lnTo>
                  <a:lnTo>
                    <a:pt x="997534" y="13436"/>
                  </a:lnTo>
                  <a:lnTo>
                    <a:pt x="1001242" y="13436"/>
                  </a:lnTo>
                  <a:close/>
                </a:path>
                <a:path w="1887854" h="13970">
                  <a:moveTo>
                    <a:pt x="1028103" y="13436"/>
                  </a:moveTo>
                  <a:lnTo>
                    <a:pt x="1020673" y="0"/>
                  </a:lnTo>
                  <a:lnTo>
                    <a:pt x="1024394" y="13436"/>
                  </a:lnTo>
                  <a:lnTo>
                    <a:pt x="1028103" y="13436"/>
                  </a:lnTo>
                  <a:close/>
                </a:path>
                <a:path w="1887854" h="13970">
                  <a:moveTo>
                    <a:pt x="1054963" y="13436"/>
                  </a:moveTo>
                  <a:lnTo>
                    <a:pt x="1047534" y="0"/>
                  </a:lnTo>
                  <a:lnTo>
                    <a:pt x="1051255" y="13436"/>
                  </a:lnTo>
                  <a:lnTo>
                    <a:pt x="1054963" y="13436"/>
                  </a:lnTo>
                  <a:close/>
                </a:path>
                <a:path w="1887854" h="13970">
                  <a:moveTo>
                    <a:pt x="1081824" y="13436"/>
                  </a:moveTo>
                  <a:lnTo>
                    <a:pt x="1074394" y="0"/>
                  </a:lnTo>
                  <a:lnTo>
                    <a:pt x="1078115" y="13436"/>
                  </a:lnTo>
                  <a:lnTo>
                    <a:pt x="1081824" y="13436"/>
                  </a:lnTo>
                  <a:close/>
                </a:path>
                <a:path w="1887854" h="13970">
                  <a:moveTo>
                    <a:pt x="1108684" y="13436"/>
                  </a:moveTo>
                  <a:lnTo>
                    <a:pt x="1101255" y="0"/>
                  </a:lnTo>
                  <a:lnTo>
                    <a:pt x="1104976" y="13436"/>
                  </a:lnTo>
                  <a:lnTo>
                    <a:pt x="1108684" y="13436"/>
                  </a:lnTo>
                  <a:close/>
                </a:path>
                <a:path w="1887854" h="13970">
                  <a:moveTo>
                    <a:pt x="1135545" y="13436"/>
                  </a:moveTo>
                  <a:lnTo>
                    <a:pt x="1128115" y="0"/>
                  </a:lnTo>
                  <a:lnTo>
                    <a:pt x="1131836" y="13436"/>
                  </a:lnTo>
                  <a:lnTo>
                    <a:pt x="1135545" y="13436"/>
                  </a:lnTo>
                  <a:close/>
                </a:path>
                <a:path w="1887854" h="13970">
                  <a:moveTo>
                    <a:pt x="1162405" y="13436"/>
                  </a:moveTo>
                  <a:lnTo>
                    <a:pt x="1154976" y="0"/>
                  </a:lnTo>
                  <a:lnTo>
                    <a:pt x="1158697" y="13436"/>
                  </a:lnTo>
                  <a:lnTo>
                    <a:pt x="1162405" y="13436"/>
                  </a:lnTo>
                  <a:close/>
                </a:path>
                <a:path w="1887854" h="13970">
                  <a:moveTo>
                    <a:pt x="1189266" y="13436"/>
                  </a:moveTo>
                  <a:lnTo>
                    <a:pt x="1181836" y="0"/>
                  </a:lnTo>
                  <a:lnTo>
                    <a:pt x="1185557" y="13436"/>
                  </a:lnTo>
                  <a:lnTo>
                    <a:pt x="1189266" y="13436"/>
                  </a:lnTo>
                  <a:close/>
                </a:path>
                <a:path w="1887854" h="13970">
                  <a:moveTo>
                    <a:pt x="1216126" y="13436"/>
                  </a:moveTo>
                  <a:lnTo>
                    <a:pt x="1208697" y="0"/>
                  </a:lnTo>
                  <a:lnTo>
                    <a:pt x="1212418" y="13436"/>
                  </a:lnTo>
                  <a:lnTo>
                    <a:pt x="1216126" y="13436"/>
                  </a:lnTo>
                  <a:close/>
                </a:path>
                <a:path w="1887854" h="13970">
                  <a:moveTo>
                    <a:pt x="1242987" y="13436"/>
                  </a:moveTo>
                  <a:lnTo>
                    <a:pt x="1235557" y="0"/>
                  </a:lnTo>
                  <a:lnTo>
                    <a:pt x="1239278" y="13436"/>
                  </a:lnTo>
                  <a:lnTo>
                    <a:pt x="1242987" y="13436"/>
                  </a:lnTo>
                  <a:close/>
                </a:path>
                <a:path w="1887854" h="13970">
                  <a:moveTo>
                    <a:pt x="1269834" y="13436"/>
                  </a:moveTo>
                  <a:lnTo>
                    <a:pt x="1262418" y="0"/>
                  </a:lnTo>
                  <a:lnTo>
                    <a:pt x="1266139" y="13436"/>
                  </a:lnTo>
                  <a:lnTo>
                    <a:pt x="1269834" y="13436"/>
                  </a:lnTo>
                  <a:close/>
                </a:path>
                <a:path w="1887854" h="13970">
                  <a:moveTo>
                    <a:pt x="1296708" y="13436"/>
                  </a:moveTo>
                  <a:lnTo>
                    <a:pt x="1289278" y="0"/>
                  </a:lnTo>
                  <a:lnTo>
                    <a:pt x="1292999" y="13436"/>
                  </a:lnTo>
                  <a:lnTo>
                    <a:pt x="1296708" y="13436"/>
                  </a:lnTo>
                  <a:close/>
                </a:path>
                <a:path w="1887854" h="13970">
                  <a:moveTo>
                    <a:pt x="1323555" y="13436"/>
                  </a:moveTo>
                  <a:lnTo>
                    <a:pt x="1316139" y="0"/>
                  </a:lnTo>
                  <a:lnTo>
                    <a:pt x="1319860" y="13436"/>
                  </a:lnTo>
                  <a:lnTo>
                    <a:pt x="1323555" y="13436"/>
                  </a:lnTo>
                  <a:close/>
                </a:path>
                <a:path w="1887854" h="13970">
                  <a:moveTo>
                    <a:pt x="1350416" y="13436"/>
                  </a:moveTo>
                  <a:lnTo>
                    <a:pt x="1342999" y="0"/>
                  </a:lnTo>
                  <a:lnTo>
                    <a:pt x="1346708" y="13436"/>
                  </a:lnTo>
                  <a:lnTo>
                    <a:pt x="1350416" y="13436"/>
                  </a:lnTo>
                  <a:close/>
                </a:path>
                <a:path w="1887854" h="13970">
                  <a:moveTo>
                    <a:pt x="1377276" y="13436"/>
                  </a:moveTo>
                  <a:lnTo>
                    <a:pt x="1369847" y="0"/>
                  </a:lnTo>
                  <a:lnTo>
                    <a:pt x="1373581" y="13436"/>
                  </a:lnTo>
                  <a:lnTo>
                    <a:pt x="1377276" y="13436"/>
                  </a:lnTo>
                  <a:close/>
                </a:path>
                <a:path w="1887854" h="13970">
                  <a:moveTo>
                    <a:pt x="1404137" y="13436"/>
                  </a:moveTo>
                  <a:lnTo>
                    <a:pt x="1396707" y="0"/>
                  </a:lnTo>
                  <a:lnTo>
                    <a:pt x="1400429" y="13436"/>
                  </a:lnTo>
                  <a:lnTo>
                    <a:pt x="1404137" y="13436"/>
                  </a:lnTo>
                  <a:close/>
                </a:path>
                <a:path w="1887854" h="13970">
                  <a:moveTo>
                    <a:pt x="1430997" y="13436"/>
                  </a:moveTo>
                  <a:lnTo>
                    <a:pt x="1423568" y="0"/>
                  </a:lnTo>
                  <a:lnTo>
                    <a:pt x="1427289" y="13436"/>
                  </a:lnTo>
                  <a:lnTo>
                    <a:pt x="1430997" y="13436"/>
                  </a:lnTo>
                  <a:close/>
                </a:path>
                <a:path w="1887854" h="13970">
                  <a:moveTo>
                    <a:pt x="1457858" y="13436"/>
                  </a:moveTo>
                  <a:lnTo>
                    <a:pt x="1450428" y="0"/>
                  </a:lnTo>
                  <a:lnTo>
                    <a:pt x="1454150" y="13436"/>
                  </a:lnTo>
                  <a:lnTo>
                    <a:pt x="1457858" y="13436"/>
                  </a:lnTo>
                  <a:close/>
                </a:path>
                <a:path w="1887854" h="13970">
                  <a:moveTo>
                    <a:pt x="1484718" y="13436"/>
                  </a:moveTo>
                  <a:lnTo>
                    <a:pt x="1477289" y="0"/>
                  </a:lnTo>
                  <a:lnTo>
                    <a:pt x="1481010" y="13436"/>
                  </a:lnTo>
                  <a:lnTo>
                    <a:pt x="1484718" y="13436"/>
                  </a:lnTo>
                  <a:close/>
                </a:path>
                <a:path w="1887854" h="13970">
                  <a:moveTo>
                    <a:pt x="1511579" y="13436"/>
                  </a:moveTo>
                  <a:lnTo>
                    <a:pt x="1504149" y="0"/>
                  </a:lnTo>
                  <a:lnTo>
                    <a:pt x="1507871" y="13436"/>
                  </a:lnTo>
                  <a:lnTo>
                    <a:pt x="1511579" y="13436"/>
                  </a:lnTo>
                  <a:close/>
                </a:path>
                <a:path w="1887854" h="13970">
                  <a:moveTo>
                    <a:pt x="1538439" y="13436"/>
                  </a:moveTo>
                  <a:lnTo>
                    <a:pt x="1531010" y="0"/>
                  </a:lnTo>
                  <a:lnTo>
                    <a:pt x="1534731" y="13436"/>
                  </a:lnTo>
                  <a:lnTo>
                    <a:pt x="1538439" y="13436"/>
                  </a:lnTo>
                  <a:close/>
                </a:path>
                <a:path w="1887854" h="13970">
                  <a:moveTo>
                    <a:pt x="1565300" y="13436"/>
                  </a:moveTo>
                  <a:lnTo>
                    <a:pt x="1557870" y="0"/>
                  </a:lnTo>
                  <a:lnTo>
                    <a:pt x="1561592" y="13436"/>
                  </a:lnTo>
                  <a:lnTo>
                    <a:pt x="1565300" y="13436"/>
                  </a:lnTo>
                  <a:close/>
                </a:path>
                <a:path w="1887854" h="13970">
                  <a:moveTo>
                    <a:pt x="1592160" y="13436"/>
                  </a:moveTo>
                  <a:lnTo>
                    <a:pt x="1584731" y="0"/>
                  </a:lnTo>
                  <a:lnTo>
                    <a:pt x="1588452" y="13436"/>
                  </a:lnTo>
                  <a:lnTo>
                    <a:pt x="1592160" y="13436"/>
                  </a:lnTo>
                  <a:close/>
                </a:path>
                <a:path w="1887854" h="13970">
                  <a:moveTo>
                    <a:pt x="1619021" y="13436"/>
                  </a:moveTo>
                  <a:lnTo>
                    <a:pt x="1611591" y="0"/>
                  </a:lnTo>
                  <a:lnTo>
                    <a:pt x="1615313" y="13436"/>
                  </a:lnTo>
                  <a:lnTo>
                    <a:pt x="1619021" y="13436"/>
                  </a:lnTo>
                  <a:close/>
                </a:path>
                <a:path w="1887854" h="13970">
                  <a:moveTo>
                    <a:pt x="1645881" y="13436"/>
                  </a:moveTo>
                  <a:lnTo>
                    <a:pt x="1638452" y="0"/>
                  </a:lnTo>
                  <a:lnTo>
                    <a:pt x="1642173" y="13436"/>
                  </a:lnTo>
                  <a:lnTo>
                    <a:pt x="1645881" y="13436"/>
                  </a:lnTo>
                  <a:close/>
                </a:path>
                <a:path w="1887854" h="13970">
                  <a:moveTo>
                    <a:pt x="1672742" y="13436"/>
                  </a:moveTo>
                  <a:lnTo>
                    <a:pt x="1665312" y="0"/>
                  </a:lnTo>
                  <a:lnTo>
                    <a:pt x="1669034" y="13436"/>
                  </a:lnTo>
                  <a:lnTo>
                    <a:pt x="1672742" y="13436"/>
                  </a:lnTo>
                  <a:close/>
                </a:path>
                <a:path w="1887854" h="13970">
                  <a:moveTo>
                    <a:pt x="1699602" y="13436"/>
                  </a:moveTo>
                  <a:lnTo>
                    <a:pt x="1692173" y="0"/>
                  </a:lnTo>
                  <a:lnTo>
                    <a:pt x="1695894" y="13436"/>
                  </a:lnTo>
                  <a:lnTo>
                    <a:pt x="1699602" y="13436"/>
                  </a:lnTo>
                  <a:close/>
                </a:path>
                <a:path w="1887854" h="13970">
                  <a:moveTo>
                    <a:pt x="1726463" y="13436"/>
                  </a:moveTo>
                  <a:lnTo>
                    <a:pt x="1719033" y="0"/>
                  </a:lnTo>
                  <a:lnTo>
                    <a:pt x="1722755" y="13436"/>
                  </a:lnTo>
                  <a:lnTo>
                    <a:pt x="1726463" y="13436"/>
                  </a:lnTo>
                  <a:close/>
                </a:path>
                <a:path w="1887854" h="13970">
                  <a:moveTo>
                    <a:pt x="1753323" y="13436"/>
                  </a:moveTo>
                  <a:lnTo>
                    <a:pt x="1745894" y="0"/>
                  </a:lnTo>
                  <a:lnTo>
                    <a:pt x="1749615" y="13436"/>
                  </a:lnTo>
                  <a:lnTo>
                    <a:pt x="1753323" y="13436"/>
                  </a:lnTo>
                  <a:close/>
                </a:path>
                <a:path w="1887854" h="13970">
                  <a:moveTo>
                    <a:pt x="1780184" y="13436"/>
                  </a:moveTo>
                  <a:lnTo>
                    <a:pt x="1772754" y="0"/>
                  </a:lnTo>
                  <a:lnTo>
                    <a:pt x="1776476" y="13436"/>
                  </a:lnTo>
                  <a:lnTo>
                    <a:pt x="1780184" y="13436"/>
                  </a:lnTo>
                  <a:close/>
                </a:path>
                <a:path w="1887854" h="13970">
                  <a:moveTo>
                    <a:pt x="1807044" y="13436"/>
                  </a:moveTo>
                  <a:lnTo>
                    <a:pt x="1799615" y="0"/>
                  </a:lnTo>
                  <a:lnTo>
                    <a:pt x="1803336" y="13436"/>
                  </a:lnTo>
                  <a:lnTo>
                    <a:pt x="1807044" y="13436"/>
                  </a:lnTo>
                  <a:close/>
                </a:path>
                <a:path w="1887854" h="13970">
                  <a:moveTo>
                    <a:pt x="1833892" y="13436"/>
                  </a:moveTo>
                  <a:lnTo>
                    <a:pt x="1826475" y="0"/>
                  </a:lnTo>
                  <a:lnTo>
                    <a:pt x="1830197" y="13436"/>
                  </a:lnTo>
                  <a:lnTo>
                    <a:pt x="1833892" y="13436"/>
                  </a:lnTo>
                  <a:close/>
                </a:path>
                <a:path w="1887854" h="13970">
                  <a:moveTo>
                    <a:pt x="1860753" y="13436"/>
                  </a:moveTo>
                  <a:lnTo>
                    <a:pt x="1853336" y="0"/>
                  </a:lnTo>
                  <a:lnTo>
                    <a:pt x="1857057" y="13436"/>
                  </a:lnTo>
                  <a:lnTo>
                    <a:pt x="1860753" y="13436"/>
                  </a:lnTo>
                  <a:close/>
                </a:path>
                <a:path w="1887854" h="13970">
                  <a:moveTo>
                    <a:pt x="1887613" y="13436"/>
                  </a:moveTo>
                  <a:lnTo>
                    <a:pt x="1880196" y="0"/>
                  </a:lnTo>
                  <a:lnTo>
                    <a:pt x="1883905" y="13436"/>
                  </a:lnTo>
                  <a:lnTo>
                    <a:pt x="1887613" y="13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5586603" y="4496701"/>
              <a:ext cx="732790" cy="13970"/>
            </a:xfrm>
            <a:custGeom>
              <a:avLst/>
              <a:gdLst/>
              <a:ahLst/>
              <a:cxnLst/>
              <a:rect l="l" t="t" r="r" b="b"/>
              <a:pathLst>
                <a:path w="732789" h="13970">
                  <a:moveTo>
                    <a:pt x="7416" y="13436"/>
                  </a:moveTo>
                  <a:lnTo>
                    <a:pt x="0" y="0"/>
                  </a:lnTo>
                  <a:lnTo>
                    <a:pt x="3721" y="13436"/>
                  </a:lnTo>
                  <a:lnTo>
                    <a:pt x="7416" y="13436"/>
                  </a:lnTo>
                  <a:close/>
                </a:path>
                <a:path w="732789" h="13970">
                  <a:moveTo>
                    <a:pt x="34277" y="13436"/>
                  </a:moveTo>
                  <a:lnTo>
                    <a:pt x="26860" y="0"/>
                  </a:lnTo>
                  <a:lnTo>
                    <a:pt x="30568" y="13436"/>
                  </a:lnTo>
                  <a:lnTo>
                    <a:pt x="34277" y="13436"/>
                  </a:lnTo>
                  <a:close/>
                </a:path>
                <a:path w="732789" h="13970">
                  <a:moveTo>
                    <a:pt x="61137" y="13436"/>
                  </a:moveTo>
                  <a:lnTo>
                    <a:pt x="53721" y="0"/>
                  </a:lnTo>
                  <a:lnTo>
                    <a:pt x="57429" y="13436"/>
                  </a:lnTo>
                  <a:lnTo>
                    <a:pt x="61137" y="13436"/>
                  </a:lnTo>
                  <a:close/>
                </a:path>
                <a:path w="732789" h="13970">
                  <a:moveTo>
                    <a:pt x="87998" y="13436"/>
                  </a:moveTo>
                  <a:lnTo>
                    <a:pt x="80568" y="0"/>
                  </a:lnTo>
                  <a:lnTo>
                    <a:pt x="84289" y="13436"/>
                  </a:lnTo>
                  <a:lnTo>
                    <a:pt x="87998" y="13436"/>
                  </a:lnTo>
                  <a:close/>
                </a:path>
                <a:path w="732789" h="13970">
                  <a:moveTo>
                    <a:pt x="114858" y="13436"/>
                  </a:moveTo>
                  <a:lnTo>
                    <a:pt x="107429" y="0"/>
                  </a:lnTo>
                  <a:lnTo>
                    <a:pt x="111150" y="13436"/>
                  </a:lnTo>
                  <a:lnTo>
                    <a:pt x="114858" y="13436"/>
                  </a:lnTo>
                  <a:close/>
                </a:path>
                <a:path w="732789" h="13970">
                  <a:moveTo>
                    <a:pt x="141719" y="13436"/>
                  </a:moveTo>
                  <a:lnTo>
                    <a:pt x="134289" y="0"/>
                  </a:lnTo>
                  <a:lnTo>
                    <a:pt x="138010" y="13436"/>
                  </a:lnTo>
                  <a:lnTo>
                    <a:pt x="141719" y="13436"/>
                  </a:lnTo>
                  <a:close/>
                </a:path>
                <a:path w="732789" h="13970">
                  <a:moveTo>
                    <a:pt x="168579" y="13436"/>
                  </a:moveTo>
                  <a:lnTo>
                    <a:pt x="161150" y="0"/>
                  </a:lnTo>
                  <a:lnTo>
                    <a:pt x="164871" y="13436"/>
                  </a:lnTo>
                  <a:lnTo>
                    <a:pt x="168579" y="13436"/>
                  </a:lnTo>
                  <a:close/>
                </a:path>
                <a:path w="732789" h="13970">
                  <a:moveTo>
                    <a:pt x="195440" y="13436"/>
                  </a:moveTo>
                  <a:lnTo>
                    <a:pt x="188010" y="0"/>
                  </a:lnTo>
                  <a:lnTo>
                    <a:pt x="191731" y="13436"/>
                  </a:lnTo>
                  <a:lnTo>
                    <a:pt x="195440" y="13436"/>
                  </a:lnTo>
                  <a:close/>
                </a:path>
                <a:path w="732789" h="13970">
                  <a:moveTo>
                    <a:pt x="222300" y="13436"/>
                  </a:moveTo>
                  <a:lnTo>
                    <a:pt x="214871" y="0"/>
                  </a:lnTo>
                  <a:lnTo>
                    <a:pt x="218592" y="13436"/>
                  </a:lnTo>
                  <a:lnTo>
                    <a:pt x="222300" y="13436"/>
                  </a:lnTo>
                  <a:close/>
                </a:path>
                <a:path w="732789" h="13970">
                  <a:moveTo>
                    <a:pt x="249161" y="13436"/>
                  </a:moveTo>
                  <a:lnTo>
                    <a:pt x="241731" y="0"/>
                  </a:lnTo>
                  <a:lnTo>
                    <a:pt x="245452" y="13436"/>
                  </a:lnTo>
                  <a:lnTo>
                    <a:pt x="249161" y="13436"/>
                  </a:lnTo>
                  <a:close/>
                </a:path>
                <a:path w="732789" h="13970">
                  <a:moveTo>
                    <a:pt x="276021" y="13436"/>
                  </a:moveTo>
                  <a:lnTo>
                    <a:pt x="268592" y="0"/>
                  </a:lnTo>
                  <a:lnTo>
                    <a:pt x="272313" y="13436"/>
                  </a:lnTo>
                  <a:lnTo>
                    <a:pt x="276021" y="13436"/>
                  </a:lnTo>
                  <a:close/>
                </a:path>
                <a:path w="732789" h="13970">
                  <a:moveTo>
                    <a:pt x="302882" y="13436"/>
                  </a:moveTo>
                  <a:lnTo>
                    <a:pt x="295452" y="0"/>
                  </a:lnTo>
                  <a:lnTo>
                    <a:pt x="299173" y="13436"/>
                  </a:lnTo>
                  <a:lnTo>
                    <a:pt x="302882" y="13436"/>
                  </a:lnTo>
                  <a:close/>
                </a:path>
                <a:path w="732789" h="13970">
                  <a:moveTo>
                    <a:pt x="329742" y="13436"/>
                  </a:moveTo>
                  <a:lnTo>
                    <a:pt x="322313" y="0"/>
                  </a:lnTo>
                  <a:lnTo>
                    <a:pt x="326034" y="13436"/>
                  </a:lnTo>
                  <a:lnTo>
                    <a:pt x="329742" y="13436"/>
                  </a:lnTo>
                  <a:close/>
                </a:path>
                <a:path w="732789" h="13970">
                  <a:moveTo>
                    <a:pt x="356603" y="13436"/>
                  </a:moveTo>
                  <a:lnTo>
                    <a:pt x="349173" y="0"/>
                  </a:lnTo>
                  <a:lnTo>
                    <a:pt x="352894" y="13436"/>
                  </a:lnTo>
                  <a:lnTo>
                    <a:pt x="356603" y="13436"/>
                  </a:lnTo>
                  <a:close/>
                </a:path>
                <a:path w="732789" h="13970">
                  <a:moveTo>
                    <a:pt x="383463" y="13436"/>
                  </a:moveTo>
                  <a:lnTo>
                    <a:pt x="376034" y="0"/>
                  </a:lnTo>
                  <a:lnTo>
                    <a:pt x="379755" y="13436"/>
                  </a:lnTo>
                  <a:lnTo>
                    <a:pt x="383463" y="13436"/>
                  </a:lnTo>
                  <a:close/>
                </a:path>
                <a:path w="732789" h="13970">
                  <a:moveTo>
                    <a:pt x="410324" y="13436"/>
                  </a:moveTo>
                  <a:lnTo>
                    <a:pt x="402894" y="0"/>
                  </a:lnTo>
                  <a:lnTo>
                    <a:pt x="406615" y="13436"/>
                  </a:lnTo>
                  <a:lnTo>
                    <a:pt x="410324" y="13436"/>
                  </a:lnTo>
                  <a:close/>
                </a:path>
                <a:path w="732789" h="13970">
                  <a:moveTo>
                    <a:pt x="437172" y="13436"/>
                  </a:moveTo>
                  <a:lnTo>
                    <a:pt x="429755" y="0"/>
                  </a:lnTo>
                  <a:lnTo>
                    <a:pt x="433476" y="13436"/>
                  </a:lnTo>
                  <a:lnTo>
                    <a:pt x="437172" y="13436"/>
                  </a:lnTo>
                  <a:close/>
                </a:path>
                <a:path w="732789" h="13970">
                  <a:moveTo>
                    <a:pt x="464032" y="13436"/>
                  </a:moveTo>
                  <a:lnTo>
                    <a:pt x="456615" y="0"/>
                  </a:lnTo>
                  <a:lnTo>
                    <a:pt x="460336" y="13436"/>
                  </a:lnTo>
                  <a:lnTo>
                    <a:pt x="464032" y="13436"/>
                  </a:lnTo>
                  <a:close/>
                </a:path>
                <a:path w="732789" h="13970">
                  <a:moveTo>
                    <a:pt x="490893" y="13436"/>
                  </a:moveTo>
                  <a:lnTo>
                    <a:pt x="483476" y="0"/>
                  </a:lnTo>
                  <a:lnTo>
                    <a:pt x="487197" y="13436"/>
                  </a:lnTo>
                  <a:lnTo>
                    <a:pt x="490893" y="13436"/>
                  </a:lnTo>
                  <a:close/>
                </a:path>
                <a:path w="732789" h="13970">
                  <a:moveTo>
                    <a:pt x="517753" y="13436"/>
                  </a:moveTo>
                  <a:lnTo>
                    <a:pt x="510336" y="0"/>
                  </a:lnTo>
                  <a:lnTo>
                    <a:pt x="514045" y="13436"/>
                  </a:lnTo>
                  <a:lnTo>
                    <a:pt x="517753" y="13436"/>
                  </a:lnTo>
                  <a:close/>
                </a:path>
                <a:path w="732789" h="13970">
                  <a:moveTo>
                    <a:pt x="544614" y="13436"/>
                  </a:moveTo>
                  <a:lnTo>
                    <a:pt x="537184" y="0"/>
                  </a:lnTo>
                  <a:lnTo>
                    <a:pt x="540905" y="13436"/>
                  </a:lnTo>
                  <a:lnTo>
                    <a:pt x="544614" y="13436"/>
                  </a:lnTo>
                  <a:close/>
                </a:path>
                <a:path w="732789" h="13970">
                  <a:moveTo>
                    <a:pt x="571474" y="13436"/>
                  </a:moveTo>
                  <a:lnTo>
                    <a:pt x="564045" y="0"/>
                  </a:lnTo>
                  <a:lnTo>
                    <a:pt x="567766" y="13436"/>
                  </a:lnTo>
                  <a:lnTo>
                    <a:pt x="571474" y="13436"/>
                  </a:lnTo>
                  <a:close/>
                </a:path>
                <a:path w="732789" h="13970">
                  <a:moveTo>
                    <a:pt x="598335" y="13436"/>
                  </a:moveTo>
                  <a:lnTo>
                    <a:pt x="590905" y="0"/>
                  </a:lnTo>
                  <a:lnTo>
                    <a:pt x="594626" y="13436"/>
                  </a:lnTo>
                  <a:lnTo>
                    <a:pt x="598335" y="13436"/>
                  </a:lnTo>
                  <a:close/>
                </a:path>
                <a:path w="732789" h="13970">
                  <a:moveTo>
                    <a:pt x="625195" y="13436"/>
                  </a:moveTo>
                  <a:lnTo>
                    <a:pt x="617766" y="0"/>
                  </a:lnTo>
                  <a:lnTo>
                    <a:pt x="621487" y="13436"/>
                  </a:lnTo>
                  <a:lnTo>
                    <a:pt x="625195" y="13436"/>
                  </a:lnTo>
                  <a:close/>
                </a:path>
                <a:path w="732789" h="13970">
                  <a:moveTo>
                    <a:pt x="652056" y="13436"/>
                  </a:moveTo>
                  <a:lnTo>
                    <a:pt x="644626" y="0"/>
                  </a:lnTo>
                  <a:lnTo>
                    <a:pt x="648347" y="13436"/>
                  </a:lnTo>
                  <a:lnTo>
                    <a:pt x="652056" y="13436"/>
                  </a:lnTo>
                  <a:close/>
                </a:path>
                <a:path w="732789" h="13970">
                  <a:moveTo>
                    <a:pt x="678916" y="13436"/>
                  </a:moveTo>
                  <a:lnTo>
                    <a:pt x="671487" y="0"/>
                  </a:lnTo>
                  <a:lnTo>
                    <a:pt x="675208" y="13436"/>
                  </a:lnTo>
                  <a:lnTo>
                    <a:pt x="678916" y="13436"/>
                  </a:lnTo>
                  <a:close/>
                </a:path>
                <a:path w="732789" h="13970">
                  <a:moveTo>
                    <a:pt x="705777" y="13436"/>
                  </a:moveTo>
                  <a:lnTo>
                    <a:pt x="698347" y="0"/>
                  </a:lnTo>
                  <a:lnTo>
                    <a:pt x="702068" y="13436"/>
                  </a:lnTo>
                  <a:lnTo>
                    <a:pt x="705777" y="13436"/>
                  </a:lnTo>
                  <a:close/>
                </a:path>
                <a:path w="732789" h="13970">
                  <a:moveTo>
                    <a:pt x="732637" y="13436"/>
                  </a:moveTo>
                  <a:lnTo>
                    <a:pt x="725208" y="0"/>
                  </a:lnTo>
                  <a:lnTo>
                    <a:pt x="728929" y="13436"/>
                  </a:lnTo>
                  <a:lnTo>
                    <a:pt x="732637" y="13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7749812" y="4093837"/>
              <a:ext cx="93965" cy="94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8394120" y="4093837"/>
              <a:ext cx="93965" cy="94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442173" y="2220253"/>
            <a:ext cx="2302329" cy="115791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96246" defTabSz="829909">
              <a:spcBef>
                <a:spcPts val="91"/>
              </a:spcBef>
              <a:tabLst>
                <a:tab pos="1923200" algn="l"/>
              </a:tabLst>
              <a:defRPr/>
            </a:pPr>
            <a:r>
              <a:rPr sz="2269" spc="9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14" spc="14" baseline="-16339" dirty="0">
                <a:solidFill>
                  <a:prstClr val="black"/>
                </a:solidFill>
                <a:latin typeface="Arial"/>
                <a:cs typeface="Arial"/>
              </a:rPr>
              <a:t>2	</a:t>
            </a:r>
            <a:r>
              <a:rPr sz="2269" spc="9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14" spc="14" baseline="-16339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endParaRPr sz="2314" baseline="-16339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829909">
              <a:spcBef>
                <a:spcPts val="5"/>
              </a:spcBef>
              <a:defRPr/>
            </a:pPr>
            <a:endParaRPr sz="2541" dirty="0">
              <a:solidFill>
                <a:prstClr val="black"/>
              </a:solidFill>
              <a:latin typeface="Arial"/>
              <a:cs typeface="Arial"/>
            </a:endParaRPr>
          </a:p>
          <a:p>
            <a:pPr marL="34580" defTabSz="829909">
              <a:spcBef>
                <a:spcPts val="5"/>
              </a:spcBef>
              <a:defRPr/>
            </a:pPr>
            <a:r>
              <a:rPr sz="908" b="1" spc="-23" dirty="0">
                <a:solidFill>
                  <a:prstClr val="black"/>
                </a:solidFill>
                <a:latin typeface="Arial"/>
                <a:cs typeface="Arial"/>
              </a:rPr>
              <a:t>Identify </a:t>
            </a:r>
            <a:r>
              <a:rPr sz="908" b="1" spc="-27" dirty="0">
                <a:solidFill>
                  <a:prstClr val="black"/>
                </a:solidFill>
                <a:latin typeface="Arial"/>
                <a:cs typeface="Arial"/>
              </a:rPr>
              <a:t>Synonymous </a:t>
            </a:r>
            <a:r>
              <a:rPr sz="908" b="1" spc="-27" dirty="0">
                <a:solidFill>
                  <a:prstClr val="black"/>
                </a:solidFill>
                <a:latin typeface="Arial"/>
                <a:cs typeface="Arial"/>
              </a:rPr>
              <a:t>Terms</a:t>
            </a:r>
            <a:endParaRPr sz="908" dirty="0">
              <a:solidFill>
                <a:prstClr val="black"/>
              </a:solidFill>
              <a:latin typeface="Arial"/>
              <a:cs typeface="Arial"/>
            </a:endParaRPr>
          </a:p>
          <a:p>
            <a:pPr marL="620127" marR="275484" indent="-556155" defTabSz="829909">
              <a:lnSpc>
                <a:spcPct val="102499"/>
              </a:lnSpc>
              <a:spcBef>
                <a:spcPts val="268"/>
              </a:spcBef>
              <a:defRPr/>
            </a:pPr>
            <a:r>
              <a:rPr sz="726" spc="14" dirty="0">
                <a:solidFill>
                  <a:srgbClr val="000099"/>
                </a:solidFill>
                <a:latin typeface="Arial"/>
                <a:cs typeface="Arial"/>
              </a:rPr>
              <a:t>Sarojini </a:t>
            </a:r>
            <a:r>
              <a:rPr sz="726" spc="18" dirty="0">
                <a:solidFill>
                  <a:srgbClr val="000099"/>
                </a:solidFill>
                <a:latin typeface="Arial"/>
                <a:cs typeface="Arial"/>
              </a:rPr>
              <a:t>Nagar </a:t>
            </a:r>
            <a:r>
              <a:rPr sz="726" spc="-5" dirty="0">
                <a:solidFill>
                  <a:srgbClr val="000099"/>
                </a:solidFill>
                <a:latin typeface="Arial"/>
                <a:cs typeface="Arial"/>
              </a:rPr>
              <a:t>| </a:t>
            </a:r>
            <a:r>
              <a:rPr sz="726" spc="18" dirty="0">
                <a:solidFill>
                  <a:srgbClr val="000099"/>
                </a:solidFill>
                <a:latin typeface="Arial"/>
                <a:cs typeface="Arial"/>
              </a:rPr>
              <a:t>Sarojani Nagar </a:t>
            </a:r>
            <a:r>
              <a:rPr sz="726" spc="-5" dirty="0">
                <a:solidFill>
                  <a:srgbClr val="000099"/>
                </a:solidFill>
                <a:latin typeface="Arial"/>
                <a:cs typeface="Arial"/>
              </a:rPr>
              <a:t>| </a:t>
            </a:r>
            <a:r>
              <a:rPr sz="726" spc="14" dirty="0">
                <a:solidFill>
                  <a:srgbClr val="000099"/>
                </a:solidFill>
                <a:latin typeface="Arial"/>
                <a:cs typeface="Arial"/>
              </a:rPr>
              <a:t>Sarojni Ngr;  </a:t>
            </a:r>
            <a:r>
              <a:rPr sz="726" spc="-5" dirty="0">
                <a:solidFill>
                  <a:srgbClr val="000099"/>
                </a:solidFill>
                <a:latin typeface="Arial"/>
                <a:cs typeface="Arial"/>
              </a:rPr>
              <a:t>N </a:t>
            </a:r>
            <a:r>
              <a:rPr sz="726" spc="14" dirty="0">
                <a:solidFill>
                  <a:srgbClr val="000099"/>
                </a:solidFill>
                <a:latin typeface="Arial"/>
                <a:cs typeface="Arial"/>
              </a:rPr>
              <a:t>Delhi </a:t>
            </a:r>
            <a:r>
              <a:rPr sz="726" spc="-5" dirty="0">
                <a:solidFill>
                  <a:srgbClr val="000099"/>
                </a:solidFill>
                <a:latin typeface="Arial"/>
                <a:cs typeface="Arial"/>
              </a:rPr>
              <a:t>| </a:t>
            </a:r>
            <a:r>
              <a:rPr sz="726" spc="14" dirty="0">
                <a:solidFill>
                  <a:srgbClr val="000099"/>
                </a:solidFill>
                <a:latin typeface="Arial"/>
                <a:cs typeface="Arial"/>
              </a:rPr>
              <a:t>New</a:t>
            </a:r>
            <a:r>
              <a:rPr sz="726" spc="113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726" spc="14" dirty="0">
                <a:solidFill>
                  <a:srgbClr val="000099"/>
                </a:solidFill>
                <a:latin typeface="Arial"/>
                <a:cs typeface="Arial"/>
              </a:rPr>
              <a:t>Delhi</a:t>
            </a:r>
            <a:endParaRPr sz="726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739523" y="3084784"/>
            <a:ext cx="647764" cy="29107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02586" marR="4611" indent="-91636" defTabSz="829909">
              <a:spcBef>
                <a:spcPts val="91"/>
              </a:spcBef>
              <a:defRPr/>
            </a:pPr>
            <a:r>
              <a:rPr sz="908" b="1" spc="-36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908" b="1" spc="-23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908" b="1" spc="-32" dirty="0">
                <a:solidFill>
                  <a:prstClr val="black"/>
                </a:solidFill>
                <a:latin typeface="Arial"/>
                <a:cs typeface="Arial"/>
              </a:rPr>
              <a:t>anda</a:t>
            </a:r>
            <a:r>
              <a:rPr sz="908" b="1" spc="-23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908" b="1" spc="-32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908" b="1" spc="-18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908" b="1" spc="-27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908" b="1" spc="-5" dirty="0">
                <a:solidFill>
                  <a:prstClr val="black"/>
                </a:solidFill>
                <a:latin typeface="Arial"/>
                <a:cs typeface="Arial"/>
              </a:rPr>
              <a:t>e  </a:t>
            </a:r>
            <a:r>
              <a:rPr sz="908" b="1" spc="-23" dirty="0">
                <a:solidFill>
                  <a:prstClr val="black"/>
                </a:solidFill>
                <a:latin typeface="Arial"/>
                <a:cs typeface="Arial"/>
              </a:rPr>
              <a:t>Clusters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236422" y="4672154"/>
            <a:ext cx="1169894" cy="585523"/>
          </a:xfrm>
          <a:custGeom>
            <a:avLst/>
            <a:gdLst/>
            <a:ahLst/>
            <a:cxnLst/>
            <a:rect l="l" t="t" r="r" b="b"/>
            <a:pathLst>
              <a:path w="1289050" h="645160">
                <a:moveTo>
                  <a:pt x="1288627" y="80574"/>
                </a:moveTo>
                <a:lnTo>
                  <a:pt x="1251064" y="107748"/>
                </a:lnTo>
                <a:lnTo>
                  <a:pt x="1188315" y="123769"/>
                </a:lnTo>
                <a:lnTo>
                  <a:pt x="1147078" y="130969"/>
                </a:lnTo>
                <a:lnTo>
                  <a:pt x="1099912" y="137549"/>
                </a:lnTo>
                <a:lnTo>
                  <a:pt x="1047298" y="143447"/>
                </a:lnTo>
                <a:lnTo>
                  <a:pt x="989722" y="148604"/>
                </a:lnTo>
                <a:lnTo>
                  <a:pt x="927666" y="152959"/>
                </a:lnTo>
                <a:lnTo>
                  <a:pt x="861614" y="156451"/>
                </a:lnTo>
                <a:lnTo>
                  <a:pt x="792048" y="159020"/>
                </a:lnTo>
                <a:lnTo>
                  <a:pt x="719454" y="160606"/>
                </a:lnTo>
                <a:lnTo>
                  <a:pt x="644313" y="161148"/>
                </a:lnTo>
                <a:lnTo>
                  <a:pt x="569172" y="160606"/>
                </a:lnTo>
                <a:lnTo>
                  <a:pt x="496578" y="159020"/>
                </a:lnTo>
                <a:lnTo>
                  <a:pt x="427013" y="156451"/>
                </a:lnTo>
                <a:lnTo>
                  <a:pt x="360960" y="152959"/>
                </a:lnTo>
                <a:lnTo>
                  <a:pt x="298904" y="148604"/>
                </a:lnTo>
                <a:lnTo>
                  <a:pt x="241328" y="143447"/>
                </a:lnTo>
                <a:lnTo>
                  <a:pt x="188714" y="137549"/>
                </a:lnTo>
                <a:lnTo>
                  <a:pt x="141548" y="130969"/>
                </a:lnTo>
                <a:lnTo>
                  <a:pt x="100311" y="123769"/>
                </a:lnTo>
                <a:lnTo>
                  <a:pt x="37562" y="107748"/>
                </a:lnTo>
                <a:lnTo>
                  <a:pt x="0" y="80574"/>
                </a:lnTo>
                <a:lnTo>
                  <a:pt x="4334" y="71177"/>
                </a:lnTo>
                <a:lnTo>
                  <a:pt x="65488" y="45139"/>
                </a:lnTo>
                <a:lnTo>
                  <a:pt x="141548" y="30179"/>
                </a:lnTo>
                <a:lnTo>
                  <a:pt x="188714" y="23599"/>
                </a:lnTo>
                <a:lnTo>
                  <a:pt x="241328" y="17701"/>
                </a:lnTo>
                <a:lnTo>
                  <a:pt x="298904" y="12544"/>
                </a:lnTo>
                <a:lnTo>
                  <a:pt x="360960" y="8189"/>
                </a:lnTo>
                <a:lnTo>
                  <a:pt x="427013" y="4697"/>
                </a:lnTo>
                <a:lnTo>
                  <a:pt x="496578" y="2128"/>
                </a:lnTo>
                <a:lnTo>
                  <a:pt x="569172" y="542"/>
                </a:lnTo>
                <a:lnTo>
                  <a:pt x="644313" y="0"/>
                </a:lnTo>
                <a:lnTo>
                  <a:pt x="719454" y="542"/>
                </a:lnTo>
                <a:lnTo>
                  <a:pt x="792048" y="2128"/>
                </a:lnTo>
                <a:lnTo>
                  <a:pt x="861614" y="4697"/>
                </a:lnTo>
                <a:lnTo>
                  <a:pt x="927666" y="8189"/>
                </a:lnTo>
                <a:lnTo>
                  <a:pt x="989722" y="12544"/>
                </a:lnTo>
                <a:lnTo>
                  <a:pt x="1047298" y="17701"/>
                </a:lnTo>
                <a:lnTo>
                  <a:pt x="1099912" y="23599"/>
                </a:lnTo>
                <a:lnTo>
                  <a:pt x="1147078" y="30179"/>
                </a:lnTo>
                <a:lnTo>
                  <a:pt x="1188315" y="37379"/>
                </a:lnTo>
                <a:lnTo>
                  <a:pt x="1251064" y="53399"/>
                </a:lnTo>
                <a:lnTo>
                  <a:pt x="1288627" y="80574"/>
                </a:lnTo>
                <a:close/>
              </a:path>
              <a:path w="1289050" h="645160">
                <a:moveTo>
                  <a:pt x="1288627" y="80574"/>
                </a:moveTo>
                <a:lnTo>
                  <a:pt x="1288627" y="564020"/>
                </a:lnTo>
                <a:lnTo>
                  <a:pt x="1284292" y="573417"/>
                </a:lnTo>
                <a:lnTo>
                  <a:pt x="1223138" y="599455"/>
                </a:lnTo>
                <a:lnTo>
                  <a:pt x="1147078" y="614416"/>
                </a:lnTo>
                <a:lnTo>
                  <a:pt x="1099912" y="620995"/>
                </a:lnTo>
                <a:lnTo>
                  <a:pt x="1047298" y="626894"/>
                </a:lnTo>
                <a:lnTo>
                  <a:pt x="989722" y="632050"/>
                </a:lnTo>
                <a:lnTo>
                  <a:pt x="927666" y="636405"/>
                </a:lnTo>
                <a:lnTo>
                  <a:pt x="861614" y="639897"/>
                </a:lnTo>
                <a:lnTo>
                  <a:pt x="792048" y="642467"/>
                </a:lnTo>
                <a:lnTo>
                  <a:pt x="719454" y="644053"/>
                </a:lnTo>
                <a:lnTo>
                  <a:pt x="644313" y="644595"/>
                </a:lnTo>
                <a:lnTo>
                  <a:pt x="569172" y="644053"/>
                </a:lnTo>
                <a:lnTo>
                  <a:pt x="496578" y="642467"/>
                </a:lnTo>
                <a:lnTo>
                  <a:pt x="427013" y="639897"/>
                </a:lnTo>
                <a:lnTo>
                  <a:pt x="360960" y="636405"/>
                </a:lnTo>
                <a:lnTo>
                  <a:pt x="298904" y="632050"/>
                </a:lnTo>
                <a:lnTo>
                  <a:pt x="241328" y="626894"/>
                </a:lnTo>
                <a:lnTo>
                  <a:pt x="188714" y="620995"/>
                </a:lnTo>
                <a:lnTo>
                  <a:pt x="141548" y="614416"/>
                </a:lnTo>
                <a:lnTo>
                  <a:pt x="100311" y="607215"/>
                </a:lnTo>
                <a:lnTo>
                  <a:pt x="37562" y="591195"/>
                </a:lnTo>
                <a:lnTo>
                  <a:pt x="0" y="564020"/>
                </a:lnTo>
                <a:lnTo>
                  <a:pt x="0" y="80574"/>
                </a:lnTo>
              </a:path>
            </a:pathLst>
          </a:custGeom>
          <a:ln w="13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878180" y="4254908"/>
            <a:ext cx="818350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b="1" spc="-27" dirty="0">
                <a:solidFill>
                  <a:prstClr val="black"/>
                </a:solidFill>
                <a:latin typeface="Arial"/>
                <a:cs typeface="Arial"/>
              </a:rPr>
              <a:t>Merge</a:t>
            </a:r>
            <a:r>
              <a:rPr sz="908" b="1" spc="-82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b="1" spc="-23" dirty="0">
                <a:solidFill>
                  <a:prstClr val="black"/>
                </a:solidFill>
                <a:latin typeface="Arial"/>
                <a:cs typeface="Arial"/>
              </a:rPr>
              <a:t>Clusters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36422" y="5769043"/>
            <a:ext cx="4093477" cy="397498"/>
          </a:xfrm>
          <a:prstGeom prst="rect">
            <a:avLst/>
          </a:prstGeom>
          <a:solidFill>
            <a:srgbClr val="00CCFF">
              <a:alpha val="19999"/>
            </a:srgbClr>
          </a:solidFill>
          <a:ln w="13429">
            <a:solidFill>
              <a:srgbClr val="000000"/>
            </a:solidFill>
          </a:ln>
        </p:spPr>
        <p:txBody>
          <a:bodyPr vert="horz" wrap="square" lIns="0" tIns="47833" rIns="0" bIns="0" rtlCol="0">
            <a:spAutoFit/>
          </a:bodyPr>
          <a:lstStyle/>
          <a:p>
            <a:pPr marL="956125" defTabSz="829909">
              <a:spcBef>
                <a:spcPts val="377"/>
              </a:spcBef>
              <a:defRPr/>
            </a:pPr>
            <a:r>
              <a:rPr sz="2269" spc="9" dirty="0">
                <a:solidFill>
                  <a:prstClr val="black"/>
                </a:solidFill>
                <a:latin typeface="Arial"/>
                <a:cs typeface="Arial"/>
              </a:rPr>
              <a:t>Matching</a:t>
            </a:r>
            <a:r>
              <a:rPr sz="2269" spc="14" dirty="0">
                <a:solidFill>
                  <a:prstClr val="black"/>
                </a:solidFill>
                <a:latin typeface="Arial"/>
                <a:cs typeface="Arial"/>
              </a:rPr>
              <a:t> Engine</a:t>
            </a:r>
            <a:endParaRPr sz="2269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784636" y="5257158"/>
            <a:ext cx="73190" cy="512333"/>
          </a:xfrm>
          <a:custGeom>
            <a:avLst/>
            <a:gdLst/>
            <a:ahLst/>
            <a:cxnLst/>
            <a:rect l="l" t="t" r="r" b="b"/>
            <a:pathLst>
              <a:path w="80645" h="564514">
                <a:moveTo>
                  <a:pt x="20129" y="483450"/>
                </a:moveTo>
                <a:lnTo>
                  <a:pt x="0" y="483450"/>
                </a:lnTo>
                <a:lnTo>
                  <a:pt x="40271" y="564022"/>
                </a:lnTo>
                <a:lnTo>
                  <a:pt x="70476" y="503591"/>
                </a:lnTo>
                <a:lnTo>
                  <a:pt x="20129" y="503591"/>
                </a:lnTo>
                <a:lnTo>
                  <a:pt x="20129" y="483450"/>
                </a:lnTo>
                <a:close/>
              </a:path>
              <a:path w="80645" h="564514">
                <a:moveTo>
                  <a:pt x="60401" y="0"/>
                </a:moveTo>
                <a:lnTo>
                  <a:pt x="20129" y="0"/>
                </a:lnTo>
                <a:lnTo>
                  <a:pt x="20129" y="503591"/>
                </a:lnTo>
                <a:lnTo>
                  <a:pt x="60401" y="503591"/>
                </a:lnTo>
                <a:lnTo>
                  <a:pt x="60401" y="0"/>
                </a:lnTo>
                <a:close/>
              </a:path>
              <a:path w="80645" h="564514">
                <a:moveTo>
                  <a:pt x="80543" y="483450"/>
                </a:moveTo>
                <a:lnTo>
                  <a:pt x="60401" y="483450"/>
                </a:lnTo>
                <a:lnTo>
                  <a:pt x="60401" y="503591"/>
                </a:lnTo>
                <a:lnTo>
                  <a:pt x="70476" y="503591"/>
                </a:lnTo>
                <a:lnTo>
                  <a:pt x="80543" y="483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579149" y="1842737"/>
            <a:ext cx="1463808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b="1" spc="-23" dirty="0">
                <a:solidFill>
                  <a:prstClr val="black"/>
                </a:solidFill>
                <a:latin typeface="Arial"/>
                <a:cs typeface="Arial"/>
              </a:rPr>
              <a:t>Signature </a:t>
            </a:r>
            <a:r>
              <a:rPr sz="908" b="1" spc="-27" dirty="0">
                <a:solidFill>
                  <a:prstClr val="black"/>
                </a:solidFill>
                <a:latin typeface="Arial"/>
                <a:cs typeface="Arial"/>
              </a:rPr>
              <a:t>Based</a:t>
            </a:r>
            <a:r>
              <a:rPr sz="908" b="1" spc="-9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b="1" spc="-23" dirty="0">
                <a:solidFill>
                  <a:prstClr val="black"/>
                </a:solidFill>
                <a:latin typeface="Arial"/>
                <a:cs typeface="Arial"/>
              </a:rPr>
              <a:t>Clustering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652727" y="989500"/>
            <a:ext cx="3103965" cy="524435"/>
            <a:chOff x="650620" y="2390139"/>
            <a:chExt cx="3420110" cy="577850"/>
          </a:xfrm>
        </p:grpSpPr>
        <p:sp>
          <p:nvSpPr>
            <p:cNvPr id="55" name="object 55"/>
            <p:cNvSpPr/>
            <p:nvPr/>
          </p:nvSpPr>
          <p:spPr>
            <a:xfrm>
              <a:off x="650621" y="2390139"/>
              <a:ext cx="3392804" cy="549910"/>
            </a:xfrm>
            <a:custGeom>
              <a:avLst/>
              <a:gdLst/>
              <a:ahLst/>
              <a:cxnLst/>
              <a:rect l="l" t="t" r="r" b="b"/>
              <a:pathLst>
                <a:path w="3392804" h="549910">
                  <a:moveTo>
                    <a:pt x="3392716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541020"/>
                  </a:lnTo>
                  <a:lnTo>
                    <a:pt x="0" y="549910"/>
                  </a:lnTo>
                  <a:lnTo>
                    <a:pt x="3392716" y="549910"/>
                  </a:lnTo>
                  <a:lnTo>
                    <a:pt x="3392716" y="541020"/>
                  </a:lnTo>
                  <a:lnTo>
                    <a:pt x="10058" y="541020"/>
                  </a:lnTo>
                  <a:lnTo>
                    <a:pt x="10058" y="10160"/>
                  </a:lnTo>
                  <a:lnTo>
                    <a:pt x="3382645" y="10160"/>
                  </a:lnTo>
                  <a:lnTo>
                    <a:pt x="3382645" y="540397"/>
                  </a:lnTo>
                  <a:lnTo>
                    <a:pt x="3392716" y="540397"/>
                  </a:lnTo>
                  <a:lnTo>
                    <a:pt x="3392716" y="10160"/>
                  </a:lnTo>
                  <a:lnTo>
                    <a:pt x="3392716" y="9956"/>
                  </a:lnTo>
                  <a:lnTo>
                    <a:pt x="3392716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677468" y="2416809"/>
              <a:ext cx="3392804" cy="551180"/>
            </a:xfrm>
            <a:custGeom>
              <a:avLst/>
              <a:gdLst/>
              <a:ahLst/>
              <a:cxnLst/>
              <a:rect l="l" t="t" r="r" b="b"/>
              <a:pathLst>
                <a:path w="3392804" h="551180">
                  <a:moveTo>
                    <a:pt x="3392716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541020"/>
                  </a:lnTo>
                  <a:lnTo>
                    <a:pt x="0" y="551180"/>
                  </a:lnTo>
                  <a:lnTo>
                    <a:pt x="3392716" y="551180"/>
                  </a:lnTo>
                  <a:lnTo>
                    <a:pt x="3392716" y="541020"/>
                  </a:lnTo>
                  <a:lnTo>
                    <a:pt x="10058" y="541020"/>
                  </a:lnTo>
                  <a:lnTo>
                    <a:pt x="10058" y="10160"/>
                  </a:lnTo>
                  <a:lnTo>
                    <a:pt x="3382645" y="10160"/>
                  </a:lnTo>
                  <a:lnTo>
                    <a:pt x="3382645" y="540588"/>
                  </a:lnTo>
                  <a:lnTo>
                    <a:pt x="3392716" y="540588"/>
                  </a:lnTo>
                  <a:lnTo>
                    <a:pt x="3392716" y="10160"/>
                  </a:lnTo>
                  <a:lnTo>
                    <a:pt x="33927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669077" y="2408478"/>
              <a:ext cx="3382645" cy="541020"/>
            </a:xfrm>
            <a:custGeom>
              <a:avLst/>
              <a:gdLst/>
              <a:ahLst/>
              <a:cxnLst/>
              <a:rect l="l" t="t" r="r" b="b"/>
              <a:pathLst>
                <a:path w="3382645" h="541019">
                  <a:moveTo>
                    <a:pt x="0" y="0"/>
                  </a:moveTo>
                  <a:lnTo>
                    <a:pt x="3382646" y="0"/>
                  </a:lnTo>
                  <a:lnTo>
                    <a:pt x="3382646" y="540520"/>
                  </a:lnTo>
                  <a:lnTo>
                    <a:pt x="0" y="540520"/>
                  </a:lnTo>
                  <a:lnTo>
                    <a:pt x="0" y="0"/>
                  </a:lnTo>
                  <a:close/>
                </a:path>
              </a:pathLst>
            </a:custGeom>
            <a:ln w="10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674049" y="1028180"/>
            <a:ext cx="3061319" cy="40783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82991" defTabSz="829909">
              <a:spcBef>
                <a:spcPts val="91"/>
              </a:spcBef>
              <a:tabLst>
                <a:tab pos="1599881" algn="l"/>
              </a:tabLst>
              <a:defRPr/>
            </a:pPr>
            <a:r>
              <a:rPr sz="908" spc="-18" dirty="0">
                <a:solidFill>
                  <a:prstClr val="black"/>
                </a:solidFill>
                <a:latin typeface="Arial"/>
                <a:cs typeface="Arial"/>
              </a:rPr>
              <a:t>I-344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Sarojini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Nagar </a:t>
            </a:r>
            <a:r>
              <a:rPr sz="908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908" spc="-3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Delhi	</a:t>
            </a:r>
            <a:r>
              <a:rPr sz="908" spc="-32" dirty="0">
                <a:solidFill>
                  <a:prstClr val="black"/>
                </a:solidFill>
                <a:latin typeface="Arial"/>
                <a:cs typeface="Arial"/>
              </a:rPr>
              <a:t>23</a:t>
            </a:r>
            <a:endParaRPr sz="908" dirty="0">
              <a:solidFill>
                <a:prstClr val="black"/>
              </a:solidFill>
              <a:latin typeface="Arial"/>
              <a:cs typeface="Arial"/>
            </a:endParaRPr>
          </a:p>
          <a:p>
            <a:pPr marL="82991" defTabSz="829909">
              <a:lnSpc>
                <a:spcPts val="1044"/>
              </a:lnSpc>
              <a:defRPr/>
            </a:pP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344 </a:t>
            </a:r>
            <a:r>
              <a:rPr sz="908" spc="-5" dirty="0">
                <a:solidFill>
                  <a:prstClr val="black"/>
                </a:solidFill>
                <a:latin typeface="Arial"/>
                <a:cs typeface="Arial"/>
              </a:rPr>
              <a:t>I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Block Sarojni Ngr New</a:t>
            </a:r>
            <a:r>
              <a:rPr sz="908" spc="-9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Delhi110023</a:t>
            </a:r>
            <a:endParaRPr sz="908" dirty="0">
              <a:solidFill>
                <a:prstClr val="black"/>
              </a:solidFill>
              <a:latin typeface="Arial"/>
              <a:cs typeface="Arial"/>
            </a:endParaRPr>
          </a:p>
          <a:p>
            <a:pPr marL="82991" defTabSz="829909">
              <a:lnSpc>
                <a:spcPts val="1044"/>
              </a:lnSpc>
              <a:defRPr/>
            </a:pP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344 Block </a:t>
            </a:r>
            <a:r>
              <a:rPr sz="908" spc="-5" dirty="0">
                <a:solidFill>
                  <a:prstClr val="black"/>
                </a:solidFill>
                <a:latin typeface="Arial"/>
                <a:cs typeface="Arial"/>
              </a:rPr>
              <a:t>I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Near Navyug School </a:t>
            </a:r>
            <a:r>
              <a:rPr sz="908" spc="-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Ngr</a:t>
            </a:r>
            <a:r>
              <a:rPr sz="908" spc="1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NDelhi23</a:t>
            </a:r>
            <a:endParaRPr sz="908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265444" y="5387221"/>
            <a:ext cx="3249770" cy="524435"/>
            <a:chOff x="650620" y="3840479"/>
            <a:chExt cx="3580765" cy="577850"/>
          </a:xfrm>
        </p:grpSpPr>
        <p:sp>
          <p:nvSpPr>
            <p:cNvPr id="60" name="object 60"/>
            <p:cNvSpPr/>
            <p:nvPr/>
          </p:nvSpPr>
          <p:spPr>
            <a:xfrm>
              <a:off x="650621" y="3840479"/>
              <a:ext cx="3554095" cy="549910"/>
            </a:xfrm>
            <a:custGeom>
              <a:avLst/>
              <a:gdLst/>
              <a:ahLst/>
              <a:cxnLst/>
              <a:rect l="l" t="t" r="r" b="b"/>
              <a:pathLst>
                <a:path w="3554095" h="549910">
                  <a:moveTo>
                    <a:pt x="355379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541020"/>
                  </a:lnTo>
                  <a:lnTo>
                    <a:pt x="0" y="549910"/>
                  </a:lnTo>
                  <a:lnTo>
                    <a:pt x="3553790" y="549910"/>
                  </a:lnTo>
                  <a:lnTo>
                    <a:pt x="3553790" y="541020"/>
                  </a:lnTo>
                  <a:lnTo>
                    <a:pt x="10058" y="541020"/>
                  </a:lnTo>
                  <a:lnTo>
                    <a:pt x="10058" y="10160"/>
                  </a:lnTo>
                  <a:lnTo>
                    <a:pt x="3543719" y="10160"/>
                  </a:lnTo>
                  <a:lnTo>
                    <a:pt x="3543719" y="540397"/>
                  </a:lnTo>
                  <a:lnTo>
                    <a:pt x="3553790" y="540397"/>
                  </a:lnTo>
                  <a:lnTo>
                    <a:pt x="3553790" y="10160"/>
                  </a:lnTo>
                  <a:lnTo>
                    <a:pt x="3553790" y="9956"/>
                  </a:lnTo>
                  <a:lnTo>
                    <a:pt x="355379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677468" y="3867149"/>
              <a:ext cx="3554095" cy="551180"/>
            </a:xfrm>
            <a:custGeom>
              <a:avLst/>
              <a:gdLst/>
              <a:ahLst/>
              <a:cxnLst/>
              <a:rect l="l" t="t" r="r" b="b"/>
              <a:pathLst>
                <a:path w="3554095" h="551179">
                  <a:moveTo>
                    <a:pt x="355379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541020"/>
                  </a:lnTo>
                  <a:lnTo>
                    <a:pt x="0" y="551180"/>
                  </a:lnTo>
                  <a:lnTo>
                    <a:pt x="3553790" y="551180"/>
                  </a:lnTo>
                  <a:lnTo>
                    <a:pt x="3553790" y="541020"/>
                  </a:lnTo>
                  <a:lnTo>
                    <a:pt x="10058" y="541020"/>
                  </a:lnTo>
                  <a:lnTo>
                    <a:pt x="10058" y="10160"/>
                  </a:lnTo>
                  <a:lnTo>
                    <a:pt x="3543719" y="10160"/>
                  </a:lnTo>
                  <a:lnTo>
                    <a:pt x="3543719" y="540588"/>
                  </a:lnTo>
                  <a:lnTo>
                    <a:pt x="3553790" y="540588"/>
                  </a:lnTo>
                  <a:lnTo>
                    <a:pt x="3553790" y="10160"/>
                  </a:lnTo>
                  <a:lnTo>
                    <a:pt x="35537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669077" y="3858818"/>
              <a:ext cx="3543935" cy="541020"/>
            </a:xfrm>
            <a:custGeom>
              <a:avLst/>
              <a:gdLst/>
              <a:ahLst/>
              <a:cxnLst/>
              <a:rect l="l" t="t" r="r" b="b"/>
              <a:pathLst>
                <a:path w="3543935" h="541020">
                  <a:moveTo>
                    <a:pt x="0" y="0"/>
                  </a:moveTo>
                  <a:lnTo>
                    <a:pt x="3543724" y="0"/>
                  </a:lnTo>
                  <a:lnTo>
                    <a:pt x="3543724" y="540520"/>
                  </a:lnTo>
                  <a:lnTo>
                    <a:pt x="0" y="540520"/>
                  </a:lnTo>
                  <a:lnTo>
                    <a:pt x="0" y="0"/>
                  </a:lnTo>
                  <a:close/>
                </a:path>
              </a:pathLst>
            </a:custGeom>
            <a:ln w="10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286766" y="5426361"/>
            <a:ext cx="3206547" cy="419294"/>
          </a:xfrm>
          <a:prstGeom prst="rect">
            <a:avLst/>
          </a:prstGeom>
        </p:spPr>
        <p:txBody>
          <a:bodyPr vert="horz" wrap="square" lIns="0" tIns="16713" rIns="0" bIns="0" rtlCol="0">
            <a:spAutoFit/>
          </a:bodyPr>
          <a:lstStyle/>
          <a:p>
            <a:pPr marL="82991" marR="149268" algn="just" defTabSz="829909">
              <a:lnSpc>
                <a:spcPct val="96000"/>
              </a:lnSpc>
              <a:spcBef>
                <a:spcPts val="132"/>
              </a:spcBef>
              <a:defRPr/>
            </a:pPr>
            <a:r>
              <a:rPr sz="908" spc="-18" dirty="0">
                <a:solidFill>
                  <a:prstClr val="black"/>
                </a:solidFill>
                <a:latin typeface="Arial"/>
                <a:cs typeface="Arial"/>
              </a:rPr>
              <a:t>I-344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Near Navyug School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Sarojini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Nagar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New Delhi </a:t>
            </a:r>
            <a:r>
              <a:rPr sz="908" spc="-32" dirty="0">
                <a:solidFill>
                  <a:prstClr val="black"/>
                </a:solidFill>
                <a:latin typeface="Arial"/>
                <a:cs typeface="Arial"/>
              </a:rPr>
              <a:t>110023  </a:t>
            </a:r>
            <a:r>
              <a:rPr sz="908" spc="-18" dirty="0">
                <a:solidFill>
                  <a:prstClr val="black"/>
                </a:solidFill>
                <a:latin typeface="Arial"/>
                <a:cs typeface="Arial"/>
              </a:rPr>
              <a:t>I-344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Near Navyug School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Sarojini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Nagar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New Delhi </a:t>
            </a:r>
            <a:r>
              <a:rPr sz="908" spc="-32" dirty="0">
                <a:solidFill>
                  <a:prstClr val="black"/>
                </a:solidFill>
                <a:latin typeface="Arial"/>
                <a:cs typeface="Arial"/>
              </a:rPr>
              <a:t>110023  </a:t>
            </a:r>
            <a:r>
              <a:rPr sz="908" spc="-18" dirty="0">
                <a:solidFill>
                  <a:prstClr val="black"/>
                </a:solidFill>
                <a:latin typeface="Arial"/>
                <a:cs typeface="Arial"/>
              </a:rPr>
              <a:t>I-344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Near Navyug School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Sarojini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Nagar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New Delhi</a:t>
            </a:r>
            <a:r>
              <a:rPr sz="908" spc="-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spc="-32" dirty="0">
                <a:solidFill>
                  <a:prstClr val="black"/>
                </a:solidFill>
                <a:latin typeface="Arial"/>
                <a:cs typeface="Arial"/>
              </a:rPr>
              <a:t>110023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1266285" y="5843863"/>
            <a:ext cx="3246888" cy="892116"/>
            <a:chOff x="652299" y="4378959"/>
            <a:chExt cx="3577590" cy="982980"/>
          </a:xfrm>
        </p:grpSpPr>
        <p:sp>
          <p:nvSpPr>
            <p:cNvPr id="65" name="object 65"/>
            <p:cNvSpPr/>
            <p:nvPr/>
          </p:nvSpPr>
          <p:spPr>
            <a:xfrm>
              <a:off x="1305052" y="4770323"/>
              <a:ext cx="114300" cy="565150"/>
            </a:xfrm>
            <a:custGeom>
              <a:avLst/>
              <a:gdLst/>
              <a:ahLst/>
              <a:cxnLst/>
              <a:rect l="l" t="t" r="r" b="b"/>
              <a:pathLst>
                <a:path w="114300" h="565150">
                  <a:moveTo>
                    <a:pt x="28473" y="0"/>
                  </a:moveTo>
                  <a:lnTo>
                    <a:pt x="0" y="85458"/>
                  </a:lnTo>
                  <a:lnTo>
                    <a:pt x="34874" y="80479"/>
                  </a:lnTo>
                  <a:lnTo>
                    <a:pt x="104025" y="564730"/>
                  </a:lnTo>
                  <a:lnTo>
                    <a:pt x="113995" y="563308"/>
                  </a:lnTo>
                  <a:lnTo>
                    <a:pt x="44843" y="79057"/>
                  </a:lnTo>
                  <a:lnTo>
                    <a:pt x="79730" y="74066"/>
                  </a:lnTo>
                  <a:lnTo>
                    <a:pt x="28473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1318475" y="4783746"/>
              <a:ext cx="127635" cy="578485"/>
            </a:xfrm>
            <a:custGeom>
              <a:avLst/>
              <a:gdLst/>
              <a:ahLst/>
              <a:cxnLst/>
              <a:rect l="l" t="t" r="r" b="b"/>
              <a:pathLst>
                <a:path w="127634" h="578485">
                  <a:moveTo>
                    <a:pt x="127419" y="576745"/>
                  </a:moveTo>
                  <a:lnTo>
                    <a:pt x="58267" y="92494"/>
                  </a:lnTo>
                  <a:lnTo>
                    <a:pt x="93154" y="87503"/>
                  </a:lnTo>
                  <a:lnTo>
                    <a:pt x="41897" y="13436"/>
                  </a:lnTo>
                  <a:lnTo>
                    <a:pt x="40551" y="17475"/>
                  </a:lnTo>
                  <a:lnTo>
                    <a:pt x="28473" y="0"/>
                  </a:lnTo>
                  <a:lnTo>
                    <a:pt x="0" y="85471"/>
                  </a:lnTo>
                  <a:lnTo>
                    <a:pt x="18783" y="82791"/>
                  </a:lnTo>
                  <a:lnTo>
                    <a:pt x="13423" y="98894"/>
                  </a:lnTo>
                  <a:lnTo>
                    <a:pt x="37020" y="95529"/>
                  </a:lnTo>
                  <a:lnTo>
                    <a:pt x="104025" y="564743"/>
                  </a:lnTo>
                  <a:lnTo>
                    <a:pt x="113995" y="563321"/>
                  </a:lnTo>
                  <a:lnTo>
                    <a:pt x="46990" y="94107"/>
                  </a:lnTo>
                  <a:lnTo>
                    <a:pt x="48298" y="93916"/>
                  </a:lnTo>
                  <a:lnTo>
                    <a:pt x="117449" y="578167"/>
                  </a:lnTo>
                  <a:lnTo>
                    <a:pt x="127419" y="5767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652297" y="4378959"/>
              <a:ext cx="3550920" cy="406400"/>
            </a:xfrm>
            <a:custGeom>
              <a:avLst/>
              <a:gdLst/>
              <a:ahLst/>
              <a:cxnLst/>
              <a:rect l="l" t="t" r="r" b="b"/>
              <a:pathLst>
                <a:path w="3550920" h="406400">
                  <a:moveTo>
                    <a:pt x="3550437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396240"/>
                  </a:lnTo>
                  <a:lnTo>
                    <a:pt x="0" y="406400"/>
                  </a:lnTo>
                  <a:lnTo>
                    <a:pt x="3550437" y="406400"/>
                  </a:lnTo>
                  <a:lnTo>
                    <a:pt x="3550437" y="396392"/>
                  </a:lnTo>
                  <a:lnTo>
                    <a:pt x="3550437" y="396240"/>
                  </a:lnTo>
                  <a:lnTo>
                    <a:pt x="3550437" y="10312"/>
                  </a:lnTo>
                  <a:lnTo>
                    <a:pt x="3540366" y="10312"/>
                  </a:lnTo>
                  <a:lnTo>
                    <a:pt x="3540366" y="396240"/>
                  </a:lnTo>
                  <a:lnTo>
                    <a:pt x="10058" y="396240"/>
                  </a:lnTo>
                  <a:lnTo>
                    <a:pt x="10058" y="10160"/>
                  </a:lnTo>
                  <a:lnTo>
                    <a:pt x="3550437" y="10160"/>
                  </a:lnTo>
                  <a:lnTo>
                    <a:pt x="355043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679145" y="4405629"/>
              <a:ext cx="3550920" cy="406400"/>
            </a:xfrm>
            <a:custGeom>
              <a:avLst/>
              <a:gdLst/>
              <a:ahLst/>
              <a:cxnLst/>
              <a:rect l="l" t="t" r="r" b="b"/>
              <a:pathLst>
                <a:path w="3550920" h="406400">
                  <a:moveTo>
                    <a:pt x="3550437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396240"/>
                  </a:lnTo>
                  <a:lnTo>
                    <a:pt x="0" y="406400"/>
                  </a:lnTo>
                  <a:lnTo>
                    <a:pt x="3550437" y="406400"/>
                  </a:lnTo>
                  <a:lnTo>
                    <a:pt x="3550437" y="396582"/>
                  </a:lnTo>
                  <a:lnTo>
                    <a:pt x="3550437" y="396240"/>
                  </a:lnTo>
                  <a:lnTo>
                    <a:pt x="3550437" y="10502"/>
                  </a:lnTo>
                  <a:lnTo>
                    <a:pt x="3540366" y="10502"/>
                  </a:lnTo>
                  <a:lnTo>
                    <a:pt x="3540366" y="396240"/>
                  </a:lnTo>
                  <a:lnTo>
                    <a:pt x="10058" y="396240"/>
                  </a:lnTo>
                  <a:lnTo>
                    <a:pt x="10058" y="10160"/>
                  </a:lnTo>
                  <a:lnTo>
                    <a:pt x="3550437" y="10160"/>
                  </a:lnTo>
                  <a:lnTo>
                    <a:pt x="35504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670756" y="4397666"/>
              <a:ext cx="3540760" cy="396240"/>
            </a:xfrm>
            <a:custGeom>
              <a:avLst/>
              <a:gdLst/>
              <a:ahLst/>
              <a:cxnLst/>
              <a:rect l="l" t="t" r="r" b="b"/>
              <a:pathLst>
                <a:path w="3540760" h="396239">
                  <a:moveTo>
                    <a:pt x="0" y="0"/>
                  </a:moveTo>
                  <a:lnTo>
                    <a:pt x="3540363" y="0"/>
                  </a:lnTo>
                  <a:lnTo>
                    <a:pt x="3540363" y="396157"/>
                  </a:lnTo>
                  <a:lnTo>
                    <a:pt x="0" y="396157"/>
                  </a:lnTo>
                  <a:lnTo>
                    <a:pt x="0" y="0"/>
                  </a:lnTo>
                  <a:close/>
                </a:path>
              </a:pathLst>
            </a:custGeom>
            <a:ln w="10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7759221" y="4074955"/>
            <a:ext cx="1047718" cy="1194675"/>
            <a:chOff x="7179323" y="4489996"/>
            <a:chExt cx="1154430" cy="1316355"/>
          </a:xfrm>
        </p:grpSpPr>
        <p:sp>
          <p:nvSpPr>
            <p:cNvPr id="72" name="object 72"/>
            <p:cNvSpPr/>
            <p:nvPr/>
          </p:nvSpPr>
          <p:spPr>
            <a:xfrm>
              <a:off x="7702829" y="4489996"/>
              <a:ext cx="80645" cy="645160"/>
            </a:xfrm>
            <a:custGeom>
              <a:avLst/>
              <a:gdLst/>
              <a:ahLst/>
              <a:cxnLst/>
              <a:rect l="l" t="t" r="r" b="b"/>
              <a:pathLst>
                <a:path w="80645" h="645160">
                  <a:moveTo>
                    <a:pt x="45300" y="0"/>
                  </a:moveTo>
                  <a:lnTo>
                    <a:pt x="35242" y="0"/>
                  </a:lnTo>
                  <a:lnTo>
                    <a:pt x="35242" y="564019"/>
                  </a:lnTo>
                  <a:lnTo>
                    <a:pt x="0" y="564019"/>
                  </a:lnTo>
                  <a:lnTo>
                    <a:pt x="40271" y="644588"/>
                  </a:lnTo>
                  <a:lnTo>
                    <a:pt x="80543" y="564019"/>
                  </a:lnTo>
                  <a:lnTo>
                    <a:pt x="45300" y="564019"/>
                  </a:lnTo>
                  <a:lnTo>
                    <a:pt x="4530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7716254" y="4503419"/>
              <a:ext cx="93980" cy="658495"/>
            </a:xfrm>
            <a:custGeom>
              <a:avLst/>
              <a:gdLst/>
              <a:ahLst/>
              <a:cxnLst/>
              <a:rect l="l" t="t" r="r" b="b"/>
              <a:pathLst>
                <a:path w="93979" h="658495">
                  <a:moveTo>
                    <a:pt x="93967" y="577456"/>
                  </a:moveTo>
                  <a:lnTo>
                    <a:pt x="73825" y="577456"/>
                  </a:lnTo>
                  <a:lnTo>
                    <a:pt x="80543" y="564019"/>
                  </a:lnTo>
                  <a:lnTo>
                    <a:pt x="58724" y="564019"/>
                  </a:lnTo>
                  <a:lnTo>
                    <a:pt x="58724" y="13423"/>
                  </a:lnTo>
                  <a:lnTo>
                    <a:pt x="48666" y="13423"/>
                  </a:lnTo>
                  <a:lnTo>
                    <a:pt x="48666" y="564019"/>
                  </a:lnTo>
                  <a:lnTo>
                    <a:pt x="45300" y="564019"/>
                  </a:lnTo>
                  <a:lnTo>
                    <a:pt x="45300" y="0"/>
                  </a:lnTo>
                  <a:lnTo>
                    <a:pt x="35242" y="0"/>
                  </a:lnTo>
                  <a:lnTo>
                    <a:pt x="35242" y="564019"/>
                  </a:lnTo>
                  <a:lnTo>
                    <a:pt x="0" y="564019"/>
                  </a:lnTo>
                  <a:lnTo>
                    <a:pt x="40271" y="644601"/>
                  </a:lnTo>
                  <a:lnTo>
                    <a:pt x="43624" y="637895"/>
                  </a:lnTo>
                  <a:lnTo>
                    <a:pt x="53695" y="658025"/>
                  </a:lnTo>
                  <a:lnTo>
                    <a:pt x="93967" y="5774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7179323" y="5134597"/>
              <a:ext cx="1127760" cy="645160"/>
            </a:xfrm>
            <a:custGeom>
              <a:avLst/>
              <a:gdLst/>
              <a:ahLst/>
              <a:cxnLst/>
              <a:rect l="l" t="t" r="r" b="b"/>
              <a:pathLst>
                <a:path w="1127759" h="645160">
                  <a:moveTo>
                    <a:pt x="1127544" y="0"/>
                  </a:moveTo>
                  <a:lnTo>
                    <a:pt x="0" y="0"/>
                  </a:lnTo>
                  <a:lnTo>
                    <a:pt x="0" y="13423"/>
                  </a:lnTo>
                  <a:lnTo>
                    <a:pt x="0" y="26860"/>
                  </a:lnTo>
                  <a:lnTo>
                    <a:pt x="0" y="644588"/>
                  </a:lnTo>
                  <a:lnTo>
                    <a:pt x="13423" y="644588"/>
                  </a:lnTo>
                  <a:lnTo>
                    <a:pt x="13423" y="26860"/>
                  </a:lnTo>
                  <a:lnTo>
                    <a:pt x="1127544" y="26860"/>
                  </a:lnTo>
                  <a:lnTo>
                    <a:pt x="1127544" y="13423"/>
                  </a:lnTo>
                  <a:lnTo>
                    <a:pt x="112754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7206171" y="5161457"/>
              <a:ext cx="1127760" cy="645160"/>
            </a:xfrm>
            <a:custGeom>
              <a:avLst/>
              <a:gdLst/>
              <a:ahLst/>
              <a:cxnLst/>
              <a:rect l="l" t="t" r="r" b="b"/>
              <a:pathLst>
                <a:path w="1127759" h="645160">
                  <a:moveTo>
                    <a:pt x="1127544" y="0"/>
                  </a:moveTo>
                  <a:lnTo>
                    <a:pt x="0" y="0"/>
                  </a:lnTo>
                  <a:lnTo>
                    <a:pt x="0" y="631151"/>
                  </a:lnTo>
                  <a:lnTo>
                    <a:pt x="0" y="644588"/>
                  </a:lnTo>
                  <a:lnTo>
                    <a:pt x="1127544" y="644588"/>
                  </a:lnTo>
                  <a:lnTo>
                    <a:pt x="1127544" y="631151"/>
                  </a:lnTo>
                  <a:lnTo>
                    <a:pt x="1127544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7192746" y="5148021"/>
              <a:ext cx="1127760" cy="645160"/>
            </a:xfrm>
            <a:custGeom>
              <a:avLst/>
              <a:gdLst/>
              <a:ahLst/>
              <a:cxnLst/>
              <a:rect l="l" t="t" r="r" b="b"/>
              <a:pathLst>
                <a:path w="1127759" h="645160">
                  <a:moveTo>
                    <a:pt x="1127556" y="0"/>
                  </a:moveTo>
                  <a:lnTo>
                    <a:pt x="0" y="0"/>
                  </a:lnTo>
                  <a:lnTo>
                    <a:pt x="0" y="644588"/>
                  </a:lnTo>
                  <a:lnTo>
                    <a:pt x="1127556" y="644588"/>
                  </a:lnTo>
                  <a:lnTo>
                    <a:pt x="112755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7771403" y="4724706"/>
            <a:ext cx="1035616" cy="480287"/>
          </a:xfrm>
          <a:prstGeom prst="rect">
            <a:avLst/>
          </a:prstGeom>
        </p:spPr>
        <p:txBody>
          <a:bodyPr vert="horz" wrap="square" lIns="0" tIns="18442" rIns="0" bIns="0" rtlCol="0">
            <a:spAutoFit/>
          </a:bodyPr>
          <a:lstStyle/>
          <a:p>
            <a:pPr marL="136589" marR="171745" indent="32851" algn="ctr" defTabSz="829909">
              <a:lnSpc>
                <a:spcPts val="1180"/>
              </a:lnSpc>
              <a:spcBef>
                <a:spcPts val="145"/>
              </a:spcBef>
              <a:defRPr/>
            </a:pPr>
            <a:r>
              <a:rPr sz="998" spc="-23" dirty="0">
                <a:solidFill>
                  <a:srgbClr val="FFFFFF"/>
                </a:solidFill>
                <a:latin typeface="Arial"/>
                <a:cs typeface="Arial"/>
              </a:rPr>
              <a:t>Enriched  </a:t>
            </a:r>
            <a:r>
              <a:rPr sz="998" spc="-32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998" spc="-14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998" spc="-36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998" spc="-27" dirty="0">
                <a:solidFill>
                  <a:srgbClr val="FFFFFF"/>
                </a:solidFill>
                <a:latin typeface="Arial"/>
                <a:cs typeface="Arial"/>
              </a:rPr>
              <a:t>ss</a:t>
            </a:r>
            <a:r>
              <a:rPr sz="998" spc="-14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98" spc="-1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998" spc="-14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98" spc="-27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998" spc="-36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998" spc="-18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998" spc="-14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98" spc="-36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998" spc="-5" dirty="0">
                <a:solidFill>
                  <a:srgbClr val="FFFFFF"/>
                </a:solidFill>
                <a:latin typeface="Arial"/>
                <a:cs typeface="Arial"/>
              </a:rPr>
              <a:t>n  </a:t>
            </a:r>
            <a:r>
              <a:rPr sz="998" spc="-23" dirty="0">
                <a:solidFill>
                  <a:srgbClr val="FFFFFF"/>
                </a:solidFill>
                <a:latin typeface="Arial"/>
                <a:cs typeface="Arial"/>
              </a:rPr>
              <a:t>Tables</a:t>
            </a:r>
            <a:endParaRPr sz="998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9294202" y="4659964"/>
            <a:ext cx="1047718" cy="609728"/>
            <a:chOff x="8870645" y="5134590"/>
            <a:chExt cx="1154430" cy="671830"/>
          </a:xfrm>
        </p:grpSpPr>
        <p:sp>
          <p:nvSpPr>
            <p:cNvPr id="79" name="object 79"/>
            <p:cNvSpPr/>
            <p:nvPr/>
          </p:nvSpPr>
          <p:spPr>
            <a:xfrm>
              <a:off x="8870645" y="5134597"/>
              <a:ext cx="1127760" cy="645160"/>
            </a:xfrm>
            <a:custGeom>
              <a:avLst/>
              <a:gdLst/>
              <a:ahLst/>
              <a:cxnLst/>
              <a:rect l="l" t="t" r="r" b="b"/>
              <a:pathLst>
                <a:path w="1127759" h="645160">
                  <a:moveTo>
                    <a:pt x="1127544" y="0"/>
                  </a:moveTo>
                  <a:lnTo>
                    <a:pt x="0" y="0"/>
                  </a:lnTo>
                  <a:lnTo>
                    <a:pt x="0" y="13423"/>
                  </a:lnTo>
                  <a:lnTo>
                    <a:pt x="0" y="26860"/>
                  </a:lnTo>
                  <a:lnTo>
                    <a:pt x="0" y="644588"/>
                  </a:lnTo>
                  <a:lnTo>
                    <a:pt x="13423" y="644588"/>
                  </a:lnTo>
                  <a:lnTo>
                    <a:pt x="13423" y="26860"/>
                  </a:lnTo>
                  <a:lnTo>
                    <a:pt x="1127544" y="26860"/>
                  </a:lnTo>
                  <a:lnTo>
                    <a:pt x="1127544" y="13423"/>
                  </a:lnTo>
                  <a:lnTo>
                    <a:pt x="112754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8897493" y="5161457"/>
              <a:ext cx="1127760" cy="645160"/>
            </a:xfrm>
            <a:custGeom>
              <a:avLst/>
              <a:gdLst/>
              <a:ahLst/>
              <a:cxnLst/>
              <a:rect l="l" t="t" r="r" b="b"/>
              <a:pathLst>
                <a:path w="1127759" h="645160">
                  <a:moveTo>
                    <a:pt x="1127544" y="0"/>
                  </a:moveTo>
                  <a:lnTo>
                    <a:pt x="0" y="0"/>
                  </a:lnTo>
                  <a:lnTo>
                    <a:pt x="0" y="631151"/>
                  </a:lnTo>
                  <a:lnTo>
                    <a:pt x="0" y="644588"/>
                  </a:lnTo>
                  <a:lnTo>
                    <a:pt x="1127544" y="644588"/>
                  </a:lnTo>
                  <a:lnTo>
                    <a:pt x="1127544" y="631151"/>
                  </a:lnTo>
                  <a:lnTo>
                    <a:pt x="1127544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8884069" y="5148021"/>
              <a:ext cx="1127760" cy="645160"/>
            </a:xfrm>
            <a:custGeom>
              <a:avLst/>
              <a:gdLst/>
              <a:ahLst/>
              <a:cxnLst/>
              <a:rect l="l" t="t" r="r" b="b"/>
              <a:pathLst>
                <a:path w="1127759" h="645160">
                  <a:moveTo>
                    <a:pt x="1127556" y="0"/>
                  </a:moveTo>
                  <a:lnTo>
                    <a:pt x="0" y="0"/>
                  </a:lnTo>
                  <a:lnTo>
                    <a:pt x="0" y="644588"/>
                  </a:lnTo>
                  <a:lnTo>
                    <a:pt x="1127556" y="644588"/>
                  </a:lnTo>
                  <a:lnTo>
                    <a:pt x="112755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9306386" y="4724706"/>
            <a:ext cx="1035616" cy="480287"/>
          </a:xfrm>
          <a:prstGeom prst="rect">
            <a:avLst/>
          </a:prstGeom>
        </p:spPr>
        <p:txBody>
          <a:bodyPr vert="horz" wrap="square" lIns="0" tIns="18442" rIns="0" bIns="0" rtlCol="0">
            <a:spAutoFit/>
          </a:bodyPr>
          <a:lstStyle/>
          <a:p>
            <a:pPr marL="272026" marR="273755" algn="ctr" defTabSz="829909">
              <a:lnSpc>
                <a:spcPts val="1180"/>
              </a:lnSpc>
              <a:spcBef>
                <a:spcPts val="145"/>
              </a:spcBef>
              <a:defRPr/>
            </a:pPr>
            <a:r>
              <a:rPr sz="998" spc="-36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998" spc="-14" dirty="0">
                <a:solidFill>
                  <a:srgbClr val="FFFFFF"/>
                </a:solidFill>
                <a:latin typeface="Arial"/>
                <a:cs typeface="Arial"/>
              </a:rPr>
              <a:t>ri</a:t>
            </a:r>
            <a:r>
              <a:rPr sz="998" spc="-27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998" spc="-36" dirty="0">
                <a:solidFill>
                  <a:srgbClr val="FFFFFF"/>
                </a:solidFill>
                <a:latin typeface="Arial"/>
                <a:cs typeface="Arial"/>
              </a:rPr>
              <a:t>he</a:t>
            </a:r>
            <a:r>
              <a:rPr sz="998" spc="-5" dirty="0">
                <a:solidFill>
                  <a:srgbClr val="FFFFFF"/>
                </a:solidFill>
                <a:latin typeface="Arial"/>
                <a:cs typeface="Arial"/>
              </a:rPr>
              <a:t>d  </a:t>
            </a:r>
            <a:r>
              <a:rPr sz="998" spc="-32" dirty="0">
                <a:solidFill>
                  <a:srgbClr val="FFFFFF"/>
                </a:solidFill>
                <a:latin typeface="Arial"/>
                <a:cs typeface="Arial"/>
              </a:rPr>
              <a:t>Lookup  </a:t>
            </a:r>
            <a:r>
              <a:rPr sz="998" spc="-23" dirty="0">
                <a:solidFill>
                  <a:srgbClr val="FFFFFF"/>
                </a:solidFill>
                <a:latin typeface="Arial"/>
                <a:cs typeface="Arial"/>
              </a:rPr>
              <a:t>Tables</a:t>
            </a:r>
            <a:endParaRPr sz="998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8234336" y="4074955"/>
            <a:ext cx="1705855" cy="1706432"/>
            <a:chOff x="7702829" y="4489996"/>
            <a:chExt cx="1879600" cy="1880235"/>
          </a:xfrm>
        </p:grpSpPr>
        <p:sp>
          <p:nvSpPr>
            <p:cNvPr id="84" name="object 84"/>
            <p:cNvSpPr/>
            <p:nvPr/>
          </p:nvSpPr>
          <p:spPr>
            <a:xfrm>
              <a:off x="9474694" y="4489996"/>
              <a:ext cx="80645" cy="645160"/>
            </a:xfrm>
            <a:custGeom>
              <a:avLst/>
              <a:gdLst/>
              <a:ahLst/>
              <a:cxnLst/>
              <a:rect l="l" t="t" r="r" b="b"/>
              <a:pathLst>
                <a:path w="80645" h="645160">
                  <a:moveTo>
                    <a:pt x="45300" y="0"/>
                  </a:moveTo>
                  <a:lnTo>
                    <a:pt x="35229" y="0"/>
                  </a:lnTo>
                  <a:lnTo>
                    <a:pt x="35229" y="564019"/>
                  </a:lnTo>
                  <a:lnTo>
                    <a:pt x="0" y="564019"/>
                  </a:lnTo>
                  <a:lnTo>
                    <a:pt x="40271" y="644588"/>
                  </a:lnTo>
                  <a:lnTo>
                    <a:pt x="80543" y="564019"/>
                  </a:lnTo>
                  <a:lnTo>
                    <a:pt x="45300" y="564019"/>
                  </a:lnTo>
                  <a:lnTo>
                    <a:pt x="4530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9488119" y="4503419"/>
              <a:ext cx="93980" cy="658495"/>
            </a:xfrm>
            <a:custGeom>
              <a:avLst/>
              <a:gdLst/>
              <a:ahLst/>
              <a:cxnLst/>
              <a:rect l="l" t="t" r="r" b="b"/>
              <a:pathLst>
                <a:path w="93979" h="658495">
                  <a:moveTo>
                    <a:pt x="93967" y="577456"/>
                  </a:moveTo>
                  <a:lnTo>
                    <a:pt x="73812" y="577456"/>
                  </a:lnTo>
                  <a:lnTo>
                    <a:pt x="80530" y="564019"/>
                  </a:lnTo>
                  <a:lnTo>
                    <a:pt x="58724" y="564019"/>
                  </a:lnTo>
                  <a:lnTo>
                    <a:pt x="58724" y="13423"/>
                  </a:lnTo>
                  <a:lnTo>
                    <a:pt x="48653" y="13423"/>
                  </a:lnTo>
                  <a:lnTo>
                    <a:pt x="48653" y="564019"/>
                  </a:lnTo>
                  <a:lnTo>
                    <a:pt x="45300" y="564019"/>
                  </a:lnTo>
                  <a:lnTo>
                    <a:pt x="45300" y="0"/>
                  </a:lnTo>
                  <a:lnTo>
                    <a:pt x="35229" y="0"/>
                  </a:lnTo>
                  <a:lnTo>
                    <a:pt x="35229" y="564019"/>
                  </a:lnTo>
                  <a:lnTo>
                    <a:pt x="0" y="564019"/>
                  </a:lnTo>
                  <a:lnTo>
                    <a:pt x="40271" y="644601"/>
                  </a:lnTo>
                  <a:lnTo>
                    <a:pt x="43624" y="637882"/>
                  </a:lnTo>
                  <a:lnTo>
                    <a:pt x="53695" y="658025"/>
                  </a:lnTo>
                  <a:lnTo>
                    <a:pt x="93967" y="5774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7702829" y="5779185"/>
              <a:ext cx="80645" cy="564515"/>
            </a:xfrm>
            <a:custGeom>
              <a:avLst/>
              <a:gdLst/>
              <a:ahLst/>
              <a:cxnLst/>
              <a:rect l="l" t="t" r="r" b="b"/>
              <a:pathLst>
                <a:path w="80645" h="564514">
                  <a:moveTo>
                    <a:pt x="45300" y="0"/>
                  </a:moveTo>
                  <a:lnTo>
                    <a:pt x="35242" y="0"/>
                  </a:lnTo>
                  <a:lnTo>
                    <a:pt x="35242" y="483438"/>
                  </a:lnTo>
                  <a:lnTo>
                    <a:pt x="0" y="483438"/>
                  </a:lnTo>
                  <a:lnTo>
                    <a:pt x="40271" y="564017"/>
                  </a:lnTo>
                  <a:lnTo>
                    <a:pt x="80543" y="483438"/>
                  </a:lnTo>
                  <a:lnTo>
                    <a:pt x="45300" y="483438"/>
                  </a:lnTo>
                  <a:lnTo>
                    <a:pt x="4530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7716253" y="5792609"/>
              <a:ext cx="93980" cy="577850"/>
            </a:xfrm>
            <a:custGeom>
              <a:avLst/>
              <a:gdLst/>
              <a:ahLst/>
              <a:cxnLst/>
              <a:rect l="l" t="t" r="r" b="b"/>
              <a:pathLst>
                <a:path w="93979" h="577850">
                  <a:moveTo>
                    <a:pt x="93967" y="496887"/>
                  </a:moveTo>
                  <a:lnTo>
                    <a:pt x="73825" y="496887"/>
                  </a:lnTo>
                  <a:lnTo>
                    <a:pt x="80543" y="483450"/>
                  </a:lnTo>
                  <a:lnTo>
                    <a:pt x="58724" y="483450"/>
                  </a:lnTo>
                  <a:lnTo>
                    <a:pt x="58724" y="13436"/>
                  </a:lnTo>
                  <a:lnTo>
                    <a:pt x="48666" y="13436"/>
                  </a:lnTo>
                  <a:lnTo>
                    <a:pt x="48666" y="483450"/>
                  </a:lnTo>
                  <a:lnTo>
                    <a:pt x="45300" y="483450"/>
                  </a:lnTo>
                  <a:lnTo>
                    <a:pt x="45300" y="0"/>
                  </a:lnTo>
                  <a:lnTo>
                    <a:pt x="35242" y="0"/>
                  </a:lnTo>
                  <a:lnTo>
                    <a:pt x="35242" y="483450"/>
                  </a:lnTo>
                  <a:lnTo>
                    <a:pt x="0" y="483450"/>
                  </a:lnTo>
                  <a:lnTo>
                    <a:pt x="40271" y="564032"/>
                  </a:lnTo>
                  <a:lnTo>
                    <a:pt x="43624" y="557326"/>
                  </a:lnTo>
                  <a:lnTo>
                    <a:pt x="53695" y="577456"/>
                  </a:lnTo>
                  <a:lnTo>
                    <a:pt x="93967" y="496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9474694" y="5779185"/>
              <a:ext cx="80645" cy="564515"/>
            </a:xfrm>
            <a:custGeom>
              <a:avLst/>
              <a:gdLst/>
              <a:ahLst/>
              <a:cxnLst/>
              <a:rect l="l" t="t" r="r" b="b"/>
              <a:pathLst>
                <a:path w="80645" h="564514">
                  <a:moveTo>
                    <a:pt x="45300" y="0"/>
                  </a:moveTo>
                  <a:lnTo>
                    <a:pt x="35229" y="0"/>
                  </a:lnTo>
                  <a:lnTo>
                    <a:pt x="35229" y="483438"/>
                  </a:lnTo>
                  <a:lnTo>
                    <a:pt x="0" y="483438"/>
                  </a:lnTo>
                  <a:lnTo>
                    <a:pt x="40271" y="564017"/>
                  </a:lnTo>
                  <a:lnTo>
                    <a:pt x="80543" y="483438"/>
                  </a:lnTo>
                  <a:lnTo>
                    <a:pt x="45300" y="483438"/>
                  </a:lnTo>
                  <a:lnTo>
                    <a:pt x="4530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9488119" y="5792609"/>
              <a:ext cx="93980" cy="577850"/>
            </a:xfrm>
            <a:custGeom>
              <a:avLst/>
              <a:gdLst/>
              <a:ahLst/>
              <a:cxnLst/>
              <a:rect l="l" t="t" r="r" b="b"/>
              <a:pathLst>
                <a:path w="93979" h="577850">
                  <a:moveTo>
                    <a:pt x="93967" y="496887"/>
                  </a:moveTo>
                  <a:lnTo>
                    <a:pt x="73812" y="496887"/>
                  </a:lnTo>
                  <a:lnTo>
                    <a:pt x="80530" y="483450"/>
                  </a:lnTo>
                  <a:lnTo>
                    <a:pt x="58724" y="483450"/>
                  </a:lnTo>
                  <a:lnTo>
                    <a:pt x="58724" y="13436"/>
                  </a:lnTo>
                  <a:lnTo>
                    <a:pt x="48653" y="13436"/>
                  </a:lnTo>
                  <a:lnTo>
                    <a:pt x="48653" y="483450"/>
                  </a:lnTo>
                  <a:lnTo>
                    <a:pt x="45300" y="483450"/>
                  </a:lnTo>
                  <a:lnTo>
                    <a:pt x="45300" y="0"/>
                  </a:lnTo>
                  <a:lnTo>
                    <a:pt x="35229" y="0"/>
                  </a:lnTo>
                  <a:lnTo>
                    <a:pt x="35229" y="483450"/>
                  </a:lnTo>
                  <a:lnTo>
                    <a:pt x="0" y="483450"/>
                  </a:lnTo>
                  <a:lnTo>
                    <a:pt x="40271" y="564032"/>
                  </a:lnTo>
                  <a:lnTo>
                    <a:pt x="43624" y="557314"/>
                  </a:lnTo>
                  <a:lnTo>
                    <a:pt x="53695" y="577456"/>
                  </a:lnTo>
                  <a:lnTo>
                    <a:pt x="93967" y="496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2018110" y="6557602"/>
            <a:ext cx="1773264" cy="235098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452" spc="-27" dirty="0">
                <a:solidFill>
                  <a:prstClr val="black"/>
                </a:solidFill>
                <a:latin typeface="Arial"/>
                <a:cs typeface="Arial"/>
              </a:rPr>
              <a:t>Cleaned </a:t>
            </a:r>
            <a:r>
              <a:rPr sz="1452" spc="-27" dirty="0">
                <a:solidFill>
                  <a:prstClr val="black"/>
                </a:solidFill>
                <a:latin typeface="Arial"/>
                <a:cs typeface="Arial"/>
              </a:rPr>
              <a:t>Address</a:t>
            </a:r>
            <a:r>
              <a:rPr lang="en-US" sz="1452" spc="-27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endParaRPr sz="1452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4616170" y="5683729"/>
            <a:ext cx="1632665" cy="609728"/>
            <a:chOff x="3716146" y="6262627"/>
            <a:chExt cx="1798955" cy="671830"/>
          </a:xfrm>
        </p:grpSpPr>
        <p:sp>
          <p:nvSpPr>
            <p:cNvPr id="92" name="object 92"/>
            <p:cNvSpPr/>
            <p:nvPr/>
          </p:nvSpPr>
          <p:spPr>
            <a:xfrm>
              <a:off x="4763147" y="6544638"/>
              <a:ext cx="725170" cy="80645"/>
            </a:xfrm>
            <a:custGeom>
              <a:avLst/>
              <a:gdLst/>
              <a:ahLst/>
              <a:cxnLst/>
              <a:rect l="l" t="t" r="r" b="b"/>
              <a:pathLst>
                <a:path w="725170" h="80645">
                  <a:moveTo>
                    <a:pt x="644321" y="0"/>
                  </a:moveTo>
                  <a:lnTo>
                    <a:pt x="644321" y="35251"/>
                  </a:lnTo>
                  <a:lnTo>
                    <a:pt x="0" y="35251"/>
                  </a:lnTo>
                  <a:lnTo>
                    <a:pt x="0" y="45322"/>
                  </a:lnTo>
                  <a:lnTo>
                    <a:pt x="644321" y="45323"/>
                  </a:lnTo>
                  <a:lnTo>
                    <a:pt x="644321" y="80575"/>
                  </a:lnTo>
                  <a:lnTo>
                    <a:pt x="724852" y="40288"/>
                  </a:lnTo>
                  <a:lnTo>
                    <a:pt x="644321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4776571" y="6558076"/>
              <a:ext cx="738505" cy="94615"/>
            </a:xfrm>
            <a:custGeom>
              <a:avLst/>
              <a:gdLst/>
              <a:ahLst/>
              <a:cxnLst/>
              <a:rect l="l" t="t" r="r" b="b"/>
              <a:pathLst>
                <a:path w="738504" h="94615">
                  <a:moveTo>
                    <a:pt x="738276" y="53708"/>
                  </a:moveTo>
                  <a:lnTo>
                    <a:pt x="718134" y="43637"/>
                  </a:lnTo>
                  <a:lnTo>
                    <a:pt x="724852" y="40284"/>
                  </a:lnTo>
                  <a:lnTo>
                    <a:pt x="644321" y="0"/>
                  </a:lnTo>
                  <a:lnTo>
                    <a:pt x="644321" y="35255"/>
                  </a:lnTo>
                  <a:lnTo>
                    <a:pt x="0" y="35242"/>
                  </a:lnTo>
                  <a:lnTo>
                    <a:pt x="0" y="45313"/>
                  </a:lnTo>
                  <a:lnTo>
                    <a:pt x="644321" y="45326"/>
                  </a:lnTo>
                  <a:lnTo>
                    <a:pt x="644321" y="48679"/>
                  </a:lnTo>
                  <a:lnTo>
                    <a:pt x="13423" y="48679"/>
                  </a:lnTo>
                  <a:lnTo>
                    <a:pt x="13423" y="58750"/>
                  </a:lnTo>
                  <a:lnTo>
                    <a:pt x="644321" y="58750"/>
                  </a:lnTo>
                  <a:lnTo>
                    <a:pt x="644321" y="80568"/>
                  </a:lnTo>
                  <a:lnTo>
                    <a:pt x="657745" y="73863"/>
                  </a:lnTo>
                  <a:lnTo>
                    <a:pt x="657745" y="94005"/>
                  </a:lnTo>
                  <a:lnTo>
                    <a:pt x="738276" y="537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3716146" y="6262636"/>
              <a:ext cx="1047115" cy="645160"/>
            </a:xfrm>
            <a:custGeom>
              <a:avLst/>
              <a:gdLst/>
              <a:ahLst/>
              <a:cxnLst/>
              <a:rect l="l" t="t" r="r" b="b"/>
              <a:pathLst>
                <a:path w="1047114" h="645159">
                  <a:moveTo>
                    <a:pt x="1047000" y="0"/>
                  </a:moveTo>
                  <a:lnTo>
                    <a:pt x="0" y="0"/>
                  </a:lnTo>
                  <a:lnTo>
                    <a:pt x="0" y="13423"/>
                  </a:lnTo>
                  <a:lnTo>
                    <a:pt x="0" y="26860"/>
                  </a:lnTo>
                  <a:lnTo>
                    <a:pt x="0" y="644588"/>
                  </a:lnTo>
                  <a:lnTo>
                    <a:pt x="13423" y="644588"/>
                  </a:lnTo>
                  <a:lnTo>
                    <a:pt x="13423" y="26860"/>
                  </a:lnTo>
                  <a:lnTo>
                    <a:pt x="1047000" y="26860"/>
                  </a:lnTo>
                  <a:lnTo>
                    <a:pt x="1047000" y="13423"/>
                  </a:lnTo>
                  <a:lnTo>
                    <a:pt x="1047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3742994" y="6289497"/>
              <a:ext cx="1047115" cy="645160"/>
            </a:xfrm>
            <a:custGeom>
              <a:avLst/>
              <a:gdLst/>
              <a:ahLst/>
              <a:cxnLst/>
              <a:rect l="l" t="t" r="r" b="b"/>
              <a:pathLst>
                <a:path w="1047114" h="645159">
                  <a:moveTo>
                    <a:pt x="1047000" y="0"/>
                  </a:moveTo>
                  <a:lnTo>
                    <a:pt x="0" y="0"/>
                  </a:lnTo>
                  <a:lnTo>
                    <a:pt x="0" y="631164"/>
                  </a:lnTo>
                  <a:lnTo>
                    <a:pt x="0" y="644588"/>
                  </a:lnTo>
                  <a:lnTo>
                    <a:pt x="1047000" y="644588"/>
                  </a:lnTo>
                  <a:lnTo>
                    <a:pt x="1047000" y="631164"/>
                  </a:lnTo>
                  <a:lnTo>
                    <a:pt x="1047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3729570" y="6276060"/>
              <a:ext cx="1047115" cy="645160"/>
            </a:xfrm>
            <a:custGeom>
              <a:avLst/>
              <a:gdLst/>
              <a:ahLst/>
              <a:cxnLst/>
              <a:rect l="l" t="t" r="r" b="b"/>
              <a:pathLst>
                <a:path w="1047114" h="645159">
                  <a:moveTo>
                    <a:pt x="1047000" y="0"/>
                  </a:moveTo>
                  <a:lnTo>
                    <a:pt x="0" y="0"/>
                  </a:lnTo>
                  <a:lnTo>
                    <a:pt x="0" y="644592"/>
                  </a:lnTo>
                  <a:lnTo>
                    <a:pt x="1047000" y="644592"/>
                  </a:lnTo>
                  <a:lnTo>
                    <a:pt x="1047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4628353" y="5822908"/>
            <a:ext cx="962425" cy="326399"/>
          </a:xfrm>
          <a:prstGeom prst="rect">
            <a:avLst/>
          </a:prstGeom>
        </p:spPr>
        <p:txBody>
          <a:bodyPr vert="horz" wrap="square" lIns="0" tIns="18442" rIns="0" bIns="0" rtlCol="0">
            <a:spAutoFit/>
          </a:bodyPr>
          <a:lstStyle/>
          <a:p>
            <a:pPr marL="112960" marR="115842" indent="141200" defTabSz="829909">
              <a:lnSpc>
                <a:spcPts val="1180"/>
              </a:lnSpc>
              <a:spcBef>
                <a:spcPts val="145"/>
              </a:spcBef>
              <a:defRPr/>
            </a:pPr>
            <a:r>
              <a:rPr sz="998" b="1" spc="-23" dirty="0">
                <a:solidFill>
                  <a:prstClr val="black"/>
                </a:solidFill>
                <a:latin typeface="Arial"/>
                <a:cs typeface="Arial"/>
              </a:rPr>
              <a:t>RDR </a:t>
            </a:r>
            <a:r>
              <a:rPr sz="998" spc="-18" dirty="0">
                <a:solidFill>
                  <a:prstClr val="black"/>
                </a:solidFill>
                <a:latin typeface="Arial"/>
                <a:cs typeface="Arial"/>
              </a:rPr>
              <a:t>for  Writing</a:t>
            </a:r>
            <a:r>
              <a:rPr sz="998" spc="-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98" spc="-23" dirty="0">
                <a:solidFill>
                  <a:prstClr val="black"/>
                </a:solidFill>
                <a:latin typeface="Arial"/>
                <a:cs typeface="Arial"/>
              </a:rPr>
              <a:t>Rules</a:t>
            </a:r>
            <a:endParaRPr sz="99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8459728" y="4315300"/>
            <a:ext cx="1492046" cy="16520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98" b="1" spc="-18" dirty="0">
                <a:solidFill>
                  <a:prstClr val="black"/>
                </a:solidFill>
                <a:latin typeface="Arial"/>
                <a:cs typeface="Arial"/>
              </a:rPr>
              <a:t>Add </a:t>
            </a:r>
            <a:r>
              <a:rPr sz="998" b="1" spc="-23" dirty="0">
                <a:solidFill>
                  <a:prstClr val="black"/>
                </a:solidFill>
                <a:latin typeface="Arial"/>
                <a:cs typeface="Arial"/>
              </a:rPr>
              <a:t>new words </a:t>
            </a:r>
            <a:r>
              <a:rPr sz="998" b="1" spc="-9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998" b="1" spc="-13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98" b="1" spc="-23" dirty="0">
                <a:solidFill>
                  <a:prstClr val="black"/>
                </a:solidFill>
                <a:latin typeface="Arial"/>
                <a:cs typeface="Arial"/>
              </a:rPr>
              <a:t>Tables</a:t>
            </a:r>
            <a:endParaRPr sz="998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8266320" y="1730336"/>
            <a:ext cx="326187" cy="326187"/>
            <a:chOff x="7738071" y="1906574"/>
            <a:chExt cx="359410" cy="359410"/>
          </a:xfrm>
        </p:grpSpPr>
        <p:sp>
          <p:nvSpPr>
            <p:cNvPr id="100" name="object 100"/>
            <p:cNvSpPr/>
            <p:nvPr/>
          </p:nvSpPr>
          <p:spPr>
            <a:xfrm>
              <a:off x="7738072" y="1906574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30">
                  <a:moveTo>
                    <a:pt x="315937" y="94818"/>
                  </a:moveTo>
                  <a:lnTo>
                    <a:pt x="294132" y="60286"/>
                  </a:lnTo>
                  <a:lnTo>
                    <a:pt x="258787" y="28244"/>
                  </a:lnTo>
                  <a:lnTo>
                    <a:pt x="222542" y="10058"/>
                  </a:lnTo>
                  <a:lnTo>
                    <a:pt x="215265" y="7404"/>
                  </a:lnTo>
                  <a:lnTo>
                    <a:pt x="199326" y="3327"/>
                  </a:lnTo>
                  <a:lnTo>
                    <a:pt x="182829" y="838"/>
                  </a:lnTo>
                  <a:lnTo>
                    <a:pt x="165849" y="0"/>
                  </a:lnTo>
                  <a:lnTo>
                    <a:pt x="148882" y="889"/>
                  </a:lnTo>
                  <a:lnTo>
                    <a:pt x="101155" y="13182"/>
                  </a:lnTo>
                  <a:lnTo>
                    <a:pt x="60261" y="38100"/>
                  </a:lnTo>
                  <a:lnTo>
                    <a:pt x="28232" y="73469"/>
                  </a:lnTo>
                  <a:lnTo>
                    <a:pt x="7391" y="117005"/>
                  </a:lnTo>
                  <a:lnTo>
                    <a:pt x="0" y="166433"/>
                  </a:lnTo>
                  <a:lnTo>
                    <a:pt x="889" y="183413"/>
                  </a:lnTo>
                  <a:lnTo>
                    <a:pt x="13157" y="231089"/>
                  </a:lnTo>
                  <a:lnTo>
                    <a:pt x="38087" y="272072"/>
                  </a:lnTo>
                  <a:lnTo>
                    <a:pt x="73431" y="304114"/>
                  </a:lnTo>
                  <a:lnTo>
                    <a:pt x="94716" y="316064"/>
                  </a:lnTo>
                  <a:lnTo>
                    <a:pt x="65620" y="293573"/>
                  </a:lnTo>
                  <a:lnTo>
                    <a:pt x="59740" y="285965"/>
                  </a:lnTo>
                  <a:lnTo>
                    <a:pt x="40436" y="260959"/>
                  </a:lnTo>
                  <a:lnTo>
                    <a:pt x="38023" y="255231"/>
                  </a:lnTo>
                  <a:lnTo>
                    <a:pt x="24206" y="222465"/>
                  </a:lnTo>
                  <a:lnTo>
                    <a:pt x="18453" y="179616"/>
                  </a:lnTo>
                  <a:lnTo>
                    <a:pt x="24206" y="136779"/>
                  </a:lnTo>
                  <a:lnTo>
                    <a:pt x="40436" y="98285"/>
                  </a:lnTo>
                  <a:lnTo>
                    <a:pt x="65620" y="65671"/>
                  </a:lnTo>
                  <a:lnTo>
                    <a:pt x="98221" y="40474"/>
                  </a:lnTo>
                  <a:lnTo>
                    <a:pt x="136702" y="24231"/>
                  </a:lnTo>
                  <a:lnTo>
                    <a:pt x="179527" y="18465"/>
                  </a:lnTo>
                  <a:lnTo>
                    <a:pt x="222338" y="24231"/>
                  </a:lnTo>
                  <a:lnTo>
                    <a:pt x="260819" y="40474"/>
                  </a:lnTo>
                  <a:lnTo>
                    <a:pt x="293420" y="65671"/>
                  </a:lnTo>
                  <a:lnTo>
                    <a:pt x="315937" y="94818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7781214" y="1949741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30">
                  <a:moveTo>
                    <a:pt x="315912" y="149618"/>
                  </a:moveTo>
                  <a:lnTo>
                    <a:pt x="308381" y="100228"/>
                  </a:lnTo>
                  <a:lnTo>
                    <a:pt x="287413" y="56756"/>
                  </a:lnTo>
                  <a:lnTo>
                    <a:pt x="255282" y="21488"/>
                  </a:lnTo>
                  <a:lnTo>
                    <a:pt x="221157" y="0"/>
                  </a:lnTo>
                  <a:lnTo>
                    <a:pt x="250278" y="22504"/>
                  </a:lnTo>
                  <a:lnTo>
                    <a:pt x="256120" y="30073"/>
                  </a:lnTo>
                  <a:lnTo>
                    <a:pt x="275475" y="55118"/>
                  </a:lnTo>
                  <a:lnTo>
                    <a:pt x="277888" y="60845"/>
                  </a:lnTo>
                  <a:lnTo>
                    <a:pt x="291706" y="93611"/>
                  </a:lnTo>
                  <a:lnTo>
                    <a:pt x="297472" y="136448"/>
                  </a:lnTo>
                  <a:lnTo>
                    <a:pt x="291706" y="179298"/>
                  </a:lnTo>
                  <a:lnTo>
                    <a:pt x="275475" y="217792"/>
                  </a:lnTo>
                  <a:lnTo>
                    <a:pt x="250278" y="250405"/>
                  </a:lnTo>
                  <a:lnTo>
                    <a:pt x="217678" y="275602"/>
                  </a:lnTo>
                  <a:lnTo>
                    <a:pt x="179197" y="291846"/>
                  </a:lnTo>
                  <a:lnTo>
                    <a:pt x="136385" y="297599"/>
                  </a:lnTo>
                  <a:lnTo>
                    <a:pt x="93560" y="291846"/>
                  </a:lnTo>
                  <a:lnTo>
                    <a:pt x="60769" y="278015"/>
                  </a:lnTo>
                  <a:lnTo>
                    <a:pt x="55079" y="275602"/>
                  </a:lnTo>
                  <a:lnTo>
                    <a:pt x="30060" y="256273"/>
                  </a:lnTo>
                  <a:lnTo>
                    <a:pt x="22479" y="250405"/>
                  </a:lnTo>
                  <a:lnTo>
                    <a:pt x="0" y="221284"/>
                  </a:lnTo>
                  <a:lnTo>
                    <a:pt x="3873" y="229298"/>
                  </a:lnTo>
                  <a:lnTo>
                    <a:pt x="32524" y="267550"/>
                  </a:lnTo>
                  <a:lnTo>
                    <a:pt x="70853" y="296113"/>
                  </a:lnTo>
                  <a:lnTo>
                    <a:pt x="116586" y="312724"/>
                  </a:lnTo>
                  <a:lnTo>
                    <a:pt x="150063" y="316052"/>
                  </a:lnTo>
                  <a:lnTo>
                    <a:pt x="167043" y="315163"/>
                  </a:lnTo>
                  <a:lnTo>
                    <a:pt x="206273" y="305993"/>
                  </a:lnTo>
                  <a:lnTo>
                    <a:pt x="242887" y="287540"/>
                  </a:lnTo>
                  <a:lnTo>
                    <a:pt x="278142" y="255397"/>
                  </a:lnTo>
                  <a:lnTo>
                    <a:pt x="302958" y="214325"/>
                  </a:lnTo>
                  <a:lnTo>
                    <a:pt x="315087" y="166611"/>
                  </a:lnTo>
                  <a:lnTo>
                    <a:pt x="315912" y="149618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7756524" y="1925040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79" h="322580">
                  <a:moveTo>
                    <a:pt x="161074" y="0"/>
                  </a:moveTo>
                  <a:lnTo>
                    <a:pt x="118252" y="5756"/>
                  </a:lnTo>
                  <a:lnTo>
                    <a:pt x="79774" y="22001"/>
                  </a:lnTo>
                  <a:lnTo>
                    <a:pt x="47175" y="47199"/>
                  </a:lnTo>
                  <a:lnTo>
                    <a:pt x="21990" y="79814"/>
                  </a:lnTo>
                  <a:lnTo>
                    <a:pt x="5753" y="118309"/>
                  </a:lnTo>
                  <a:lnTo>
                    <a:pt x="0" y="161150"/>
                  </a:lnTo>
                  <a:lnTo>
                    <a:pt x="5753" y="203990"/>
                  </a:lnTo>
                  <a:lnTo>
                    <a:pt x="21990" y="242486"/>
                  </a:lnTo>
                  <a:lnTo>
                    <a:pt x="47175" y="275101"/>
                  </a:lnTo>
                  <a:lnTo>
                    <a:pt x="79774" y="300299"/>
                  </a:lnTo>
                  <a:lnTo>
                    <a:pt x="118252" y="316544"/>
                  </a:lnTo>
                  <a:lnTo>
                    <a:pt x="161074" y="322300"/>
                  </a:lnTo>
                  <a:lnTo>
                    <a:pt x="203896" y="316544"/>
                  </a:lnTo>
                  <a:lnTo>
                    <a:pt x="242376" y="300299"/>
                  </a:lnTo>
                  <a:lnTo>
                    <a:pt x="274978" y="275101"/>
                  </a:lnTo>
                  <a:lnTo>
                    <a:pt x="300167" y="242486"/>
                  </a:lnTo>
                  <a:lnTo>
                    <a:pt x="316406" y="203990"/>
                  </a:lnTo>
                  <a:lnTo>
                    <a:pt x="322160" y="161150"/>
                  </a:lnTo>
                  <a:lnTo>
                    <a:pt x="316406" y="118309"/>
                  </a:lnTo>
                  <a:lnTo>
                    <a:pt x="300167" y="79814"/>
                  </a:lnTo>
                  <a:lnTo>
                    <a:pt x="274978" y="47199"/>
                  </a:lnTo>
                  <a:lnTo>
                    <a:pt x="242376" y="22001"/>
                  </a:lnTo>
                  <a:lnTo>
                    <a:pt x="203896" y="5756"/>
                  </a:lnTo>
                  <a:lnTo>
                    <a:pt x="1610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7756524" y="1925040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79" h="322580">
                  <a:moveTo>
                    <a:pt x="0" y="161148"/>
                  </a:moveTo>
                  <a:lnTo>
                    <a:pt x="5753" y="118309"/>
                  </a:lnTo>
                  <a:lnTo>
                    <a:pt x="21991" y="79813"/>
                  </a:lnTo>
                  <a:lnTo>
                    <a:pt x="47178" y="47199"/>
                  </a:lnTo>
                  <a:lnTo>
                    <a:pt x="79779" y="22001"/>
                  </a:lnTo>
                  <a:lnTo>
                    <a:pt x="118257" y="5756"/>
                  </a:lnTo>
                  <a:lnTo>
                    <a:pt x="161078" y="0"/>
                  </a:lnTo>
                  <a:lnTo>
                    <a:pt x="203899" y="5756"/>
                  </a:lnTo>
                  <a:lnTo>
                    <a:pt x="242377" y="22001"/>
                  </a:lnTo>
                  <a:lnTo>
                    <a:pt x="274977" y="47199"/>
                  </a:lnTo>
                  <a:lnTo>
                    <a:pt x="300164" y="79813"/>
                  </a:lnTo>
                  <a:lnTo>
                    <a:pt x="316402" y="118309"/>
                  </a:lnTo>
                  <a:lnTo>
                    <a:pt x="322156" y="161148"/>
                  </a:lnTo>
                  <a:lnTo>
                    <a:pt x="316402" y="203988"/>
                  </a:lnTo>
                  <a:lnTo>
                    <a:pt x="300164" y="242483"/>
                  </a:lnTo>
                  <a:lnTo>
                    <a:pt x="274977" y="275098"/>
                  </a:lnTo>
                  <a:lnTo>
                    <a:pt x="242377" y="300296"/>
                  </a:lnTo>
                  <a:lnTo>
                    <a:pt x="203899" y="316541"/>
                  </a:lnTo>
                  <a:lnTo>
                    <a:pt x="161078" y="322297"/>
                  </a:lnTo>
                  <a:lnTo>
                    <a:pt x="118257" y="316541"/>
                  </a:lnTo>
                  <a:lnTo>
                    <a:pt x="79779" y="300296"/>
                  </a:lnTo>
                  <a:lnTo>
                    <a:pt x="47178" y="275098"/>
                  </a:lnTo>
                  <a:lnTo>
                    <a:pt x="21991" y="242483"/>
                  </a:lnTo>
                  <a:lnTo>
                    <a:pt x="5753" y="203988"/>
                  </a:lnTo>
                  <a:lnTo>
                    <a:pt x="0" y="161148"/>
                  </a:lnTo>
                  <a:close/>
                </a:path>
              </a:pathLst>
            </a:custGeom>
            <a:ln w="10069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8384232" y="1798010"/>
            <a:ext cx="93937" cy="16520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98" b="1" spc="-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endParaRPr sz="998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9874401" y="2754114"/>
            <a:ext cx="326187" cy="326187"/>
            <a:chOff x="9509938" y="3034626"/>
            <a:chExt cx="359410" cy="359410"/>
          </a:xfrm>
        </p:grpSpPr>
        <p:sp>
          <p:nvSpPr>
            <p:cNvPr id="106" name="object 106"/>
            <p:cNvSpPr/>
            <p:nvPr/>
          </p:nvSpPr>
          <p:spPr>
            <a:xfrm>
              <a:off x="9509938" y="3034626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29">
                  <a:moveTo>
                    <a:pt x="315937" y="94818"/>
                  </a:moveTo>
                  <a:lnTo>
                    <a:pt x="294119" y="60274"/>
                  </a:lnTo>
                  <a:lnTo>
                    <a:pt x="258775" y="28244"/>
                  </a:lnTo>
                  <a:lnTo>
                    <a:pt x="222567" y="10058"/>
                  </a:lnTo>
                  <a:lnTo>
                    <a:pt x="215252" y="7391"/>
                  </a:lnTo>
                  <a:lnTo>
                    <a:pt x="199326" y="3314"/>
                  </a:lnTo>
                  <a:lnTo>
                    <a:pt x="182829" y="825"/>
                  </a:lnTo>
                  <a:lnTo>
                    <a:pt x="165849" y="0"/>
                  </a:lnTo>
                  <a:lnTo>
                    <a:pt x="148869" y="876"/>
                  </a:lnTo>
                  <a:lnTo>
                    <a:pt x="101180" y="13169"/>
                  </a:lnTo>
                  <a:lnTo>
                    <a:pt x="60261" y="38100"/>
                  </a:lnTo>
                  <a:lnTo>
                    <a:pt x="28232" y="73456"/>
                  </a:lnTo>
                  <a:lnTo>
                    <a:pt x="7391" y="116992"/>
                  </a:lnTo>
                  <a:lnTo>
                    <a:pt x="0" y="166420"/>
                  </a:lnTo>
                  <a:lnTo>
                    <a:pt x="876" y="183413"/>
                  </a:lnTo>
                  <a:lnTo>
                    <a:pt x="13144" y="231089"/>
                  </a:lnTo>
                  <a:lnTo>
                    <a:pt x="38087" y="272072"/>
                  </a:lnTo>
                  <a:lnTo>
                    <a:pt x="73431" y="304101"/>
                  </a:lnTo>
                  <a:lnTo>
                    <a:pt x="94754" y="316077"/>
                  </a:lnTo>
                  <a:lnTo>
                    <a:pt x="65620" y="293560"/>
                  </a:lnTo>
                  <a:lnTo>
                    <a:pt x="59740" y="285953"/>
                  </a:lnTo>
                  <a:lnTo>
                    <a:pt x="40436" y="260946"/>
                  </a:lnTo>
                  <a:lnTo>
                    <a:pt x="38036" y="255257"/>
                  </a:lnTo>
                  <a:lnTo>
                    <a:pt x="24206" y="222453"/>
                  </a:lnTo>
                  <a:lnTo>
                    <a:pt x="18453" y="179603"/>
                  </a:lnTo>
                  <a:lnTo>
                    <a:pt x="24206" y="136766"/>
                  </a:lnTo>
                  <a:lnTo>
                    <a:pt x="40436" y="98272"/>
                  </a:lnTo>
                  <a:lnTo>
                    <a:pt x="65620" y="65659"/>
                  </a:lnTo>
                  <a:lnTo>
                    <a:pt x="98221" y="40462"/>
                  </a:lnTo>
                  <a:lnTo>
                    <a:pt x="136702" y="24218"/>
                  </a:lnTo>
                  <a:lnTo>
                    <a:pt x="179527" y="18453"/>
                  </a:lnTo>
                  <a:lnTo>
                    <a:pt x="222338" y="24218"/>
                  </a:lnTo>
                  <a:lnTo>
                    <a:pt x="255143" y="38074"/>
                  </a:lnTo>
                  <a:lnTo>
                    <a:pt x="260819" y="40462"/>
                  </a:lnTo>
                  <a:lnTo>
                    <a:pt x="293420" y="65659"/>
                  </a:lnTo>
                  <a:lnTo>
                    <a:pt x="315937" y="94818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9553042" y="3077768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29">
                  <a:moveTo>
                    <a:pt x="315950" y="149631"/>
                  </a:moveTo>
                  <a:lnTo>
                    <a:pt x="308406" y="100241"/>
                  </a:lnTo>
                  <a:lnTo>
                    <a:pt x="287451" y="56769"/>
                  </a:lnTo>
                  <a:lnTo>
                    <a:pt x="255320" y="21501"/>
                  </a:lnTo>
                  <a:lnTo>
                    <a:pt x="221183" y="0"/>
                  </a:lnTo>
                  <a:lnTo>
                    <a:pt x="250317" y="22517"/>
                  </a:lnTo>
                  <a:lnTo>
                    <a:pt x="275501" y="55130"/>
                  </a:lnTo>
                  <a:lnTo>
                    <a:pt x="291731" y="93624"/>
                  </a:lnTo>
                  <a:lnTo>
                    <a:pt x="297497" y="136461"/>
                  </a:lnTo>
                  <a:lnTo>
                    <a:pt x="291731" y="179311"/>
                  </a:lnTo>
                  <a:lnTo>
                    <a:pt x="275501" y="217805"/>
                  </a:lnTo>
                  <a:lnTo>
                    <a:pt x="250317" y="250418"/>
                  </a:lnTo>
                  <a:lnTo>
                    <a:pt x="217716" y="275615"/>
                  </a:lnTo>
                  <a:lnTo>
                    <a:pt x="179235" y="291858"/>
                  </a:lnTo>
                  <a:lnTo>
                    <a:pt x="136423" y="297611"/>
                  </a:lnTo>
                  <a:lnTo>
                    <a:pt x="93599" y="291858"/>
                  </a:lnTo>
                  <a:lnTo>
                    <a:pt x="60782" y="278015"/>
                  </a:lnTo>
                  <a:lnTo>
                    <a:pt x="55118" y="275615"/>
                  </a:lnTo>
                  <a:lnTo>
                    <a:pt x="30099" y="256286"/>
                  </a:lnTo>
                  <a:lnTo>
                    <a:pt x="22517" y="250418"/>
                  </a:lnTo>
                  <a:lnTo>
                    <a:pt x="0" y="221259"/>
                  </a:lnTo>
                  <a:lnTo>
                    <a:pt x="3911" y="229323"/>
                  </a:lnTo>
                  <a:lnTo>
                    <a:pt x="32562" y="267563"/>
                  </a:lnTo>
                  <a:lnTo>
                    <a:pt x="70878" y="296125"/>
                  </a:lnTo>
                  <a:lnTo>
                    <a:pt x="116624" y="312737"/>
                  </a:lnTo>
                  <a:lnTo>
                    <a:pt x="150101" y="316064"/>
                  </a:lnTo>
                  <a:lnTo>
                    <a:pt x="167068" y="315188"/>
                  </a:lnTo>
                  <a:lnTo>
                    <a:pt x="206311" y="306006"/>
                  </a:lnTo>
                  <a:lnTo>
                    <a:pt x="242925" y="287553"/>
                  </a:lnTo>
                  <a:lnTo>
                    <a:pt x="278168" y="255409"/>
                  </a:lnTo>
                  <a:lnTo>
                    <a:pt x="302996" y="214350"/>
                  </a:lnTo>
                  <a:lnTo>
                    <a:pt x="315125" y="166624"/>
                  </a:lnTo>
                  <a:lnTo>
                    <a:pt x="315950" y="149631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9528391" y="3053080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79" h="322579">
                  <a:moveTo>
                    <a:pt x="161074" y="0"/>
                  </a:moveTo>
                  <a:lnTo>
                    <a:pt x="118252" y="5756"/>
                  </a:lnTo>
                  <a:lnTo>
                    <a:pt x="79774" y="22001"/>
                  </a:lnTo>
                  <a:lnTo>
                    <a:pt x="47175" y="47199"/>
                  </a:lnTo>
                  <a:lnTo>
                    <a:pt x="21990" y="79814"/>
                  </a:lnTo>
                  <a:lnTo>
                    <a:pt x="5753" y="118309"/>
                  </a:lnTo>
                  <a:lnTo>
                    <a:pt x="0" y="161150"/>
                  </a:lnTo>
                  <a:lnTo>
                    <a:pt x="5753" y="203990"/>
                  </a:lnTo>
                  <a:lnTo>
                    <a:pt x="21990" y="242486"/>
                  </a:lnTo>
                  <a:lnTo>
                    <a:pt x="47175" y="275101"/>
                  </a:lnTo>
                  <a:lnTo>
                    <a:pt x="79774" y="300299"/>
                  </a:lnTo>
                  <a:lnTo>
                    <a:pt x="118252" y="316544"/>
                  </a:lnTo>
                  <a:lnTo>
                    <a:pt x="161074" y="322300"/>
                  </a:lnTo>
                  <a:lnTo>
                    <a:pt x="203895" y="316544"/>
                  </a:lnTo>
                  <a:lnTo>
                    <a:pt x="242373" y="300299"/>
                  </a:lnTo>
                  <a:lnTo>
                    <a:pt x="274972" y="275101"/>
                  </a:lnTo>
                  <a:lnTo>
                    <a:pt x="300157" y="242486"/>
                  </a:lnTo>
                  <a:lnTo>
                    <a:pt x="316394" y="203990"/>
                  </a:lnTo>
                  <a:lnTo>
                    <a:pt x="322148" y="161150"/>
                  </a:lnTo>
                  <a:lnTo>
                    <a:pt x="316394" y="118309"/>
                  </a:lnTo>
                  <a:lnTo>
                    <a:pt x="300157" y="79814"/>
                  </a:lnTo>
                  <a:lnTo>
                    <a:pt x="274972" y="47199"/>
                  </a:lnTo>
                  <a:lnTo>
                    <a:pt x="242373" y="22001"/>
                  </a:lnTo>
                  <a:lnTo>
                    <a:pt x="203895" y="5756"/>
                  </a:lnTo>
                  <a:lnTo>
                    <a:pt x="1610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9528391" y="3053080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79" h="322579">
                  <a:moveTo>
                    <a:pt x="0" y="161148"/>
                  </a:moveTo>
                  <a:lnTo>
                    <a:pt x="5753" y="118309"/>
                  </a:lnTo>
                  <a:lnTo>
                    <a:pt x="21991" y="79813"/>
                  </a:lnTo>
                  <a:lnTo>
                    <a:pt x="47178" y="47199"/>
                  </a:lnTo>
                  <a:lnTo>
                    <a:pt x="79779" y="22001"/>
                  </a:lnTo>
                  <a:lnTo>
                    <a:pt x="118257" y="5756"/>
                  </a:lnTo>
                  <a:lnTo>
                    <a:pt x="161078" y="0"/>
                  </a:lnTo>
                  <a:lnTo>
                    <a:pt x="203899" y="5756"/>
                  </a:lnTo>
                  <a:lnTo>
                    <a:pt x="242377" y="22001"/>
                  </a:lnTo>
                  <a:lnTo>
                    <a:pt x="274977" y="47199"/>
                  </a:lnTo>
                  <a:lnTo>
                    <a:pt x="300164" y="79813"/>
                  </a:lnTo>
                  <a:lnTo>
                    <a:pt x="316402" y="118309"/>
                  </a:lnTo>
                  <a:lnTo>
                    <a:pt x="322156" y="161148"/>
                  </a:lnTo>
                  <a:lnTo>
                    <a:pt x="316402" y="203988"/>
                  </a:lnTo>
                  <a:lnTo>
                    <a:pt x="300164" y="242483"/>
                  </a:lnTo>
                  <a:lnTo>
                    <a:pt x="274977" y="275098"/>
                  </a:lnTo>
                  <a:lnTo>
                    <a:pt x="242377" y="300296"/>
                  </a:lnTo>
                  <a:lnTo>
                    <a:pt x="203899" y="316541"/>
                  </a:lnTo>
                  <a:lnTo>
                    <a:pt x="161078" y="322297"/>
                  </a:lnTo>
                  <a:lnTo>
                    <a:pt x="118257" y="316541"/>
                  </a:lnTo>
                  <a:lnTo>
                    <a:pt x="79779" y="300296"/>
                  </a:lnTo>
                  <a:lnTo>
                    <a:pt x="47178" y="275098"/>
                  </a:lnTo>
                  <a:lnTo>
                    <a:pt x="21991" y="242483"/>
                  </a:lnTo>
                  <a:lnTo>
                    <a:pt x="5753" y="203988"/>
                  </a:lnTo>
                  <a:lnTo>
                    <a:pt x="0" y="161148"/>
                  </a:lnTo>
                  <a:close/>
                </a:path>
              </a:pathLst>
            </a:custGeom>
            <a:ln w="10069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9992301" y="2821524"/>
            <a:ext cx="93937" cy="16520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98" b="1" spc="-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998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7096806" y="2827236"/>
            <a:ext cx="326187" cy="326187"/>
            <a:chOff x="6449440" y="3115195"/>
            <a:chExt cx="359410" cy="359410"/>
          </a:xfrm>
        </p:grpSpPr>
        <p:sp>
          <p:nvSpPr>
            <p:cNvPr id="112" name="object 112"/>
            <p:cNvSpPr/>
            <p:nvPr/>
          </p:nvSpPr>
          <p:spPr>
            <a:xfrm>
              <a:off x="6449441" y="3115195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29">
                  <a:moveTo>
                    <a:pt x="315937" y="94805"/>
                  </a:moveTo>
                  <a:lnTo>
                    <a:pt x="294132" y="60286"/>
                  </a:lnTo>
                  <a:lnTo>
                    <a:pt x="258787" y="28244"/>
                  </a:lnTo>
                  <a:lnTo>
                    <a:pt x="222567" y="10058"/>
                  </a:lnTo>
                  <a:lnTo>
                    <a:pt x="215265" y="7391"/>
                  </a:lnTo>
                  <a:lnTo>
                    <a:pt x="199326" y="3327"/>
                  </a:lnTo>
                  <a:lnTo>
                    <a:pt x="182829" y="838"/>
                  </a:lnTo>
                  <a:lnTo>
                    <a:pt x="165862" y="0"/>
                  </a:lnTo>
                  <a:lnTo>
                    <a:pt x="148882" y="889"/>
                  </a:lnTo>
                  <a:lnTo>
                    <a:pt x="101168" y="13182"/>
                  </a:lnTo>
                  <a:lnTo>
                    <a:pt x="60261" y="38100"/>
                  </a:lnTo>
                  <a:lnTo>
                    <a:pt x="28244" y="73469"/>
                  </a:lnTo>
                  <a:lnTo>
                    <a:pt x="7404" y="117005"/>
                  </a:lnTo>
                  <a:lnTo>
                    <a:pt x="0" y="166433"/>
                  </a:lnTo>
                  <a:lnTo>
                    <a:pt x="889" y="183413"/>
                  </a:lnTo>
                  <a:lnTo>
                    <a:pt x="13157" y="231089"/>
                  </a:lnTo>
                  <a:lnTo>
                    <a:pt x="38087" y="272072"/>
                  </a:lnTo>
                  <a:lnTo>
                    <a:pt x="73418" y="304114"/>
                  </a:lnTo>
                  <a:lnTo>
                    <a:pt x="94767" y="316077"/>
                  </a:lnTo>
                  <a:lnTo>
                    <a:pt x="65633" y="293560"/>
                  </a:lnTo>
                  <a:lnTo>
                    <a:pt x="59766" y="285991"/>
                  </a:lnTo>
                  <a:lnTo>
                    <a:pt x="40436" y="260946"/>
                  </a:lnTo>
                  <a:lnTo>
                    <a:pt x="38023" y="255231"/>
                  </a:lnTo>
                  <a:lnTo>
                    <a:pt x="24206" y="222453"/>
                  </a:lnTo>
                  <a:lnTo>
                    <a:pt x="18453" y="179603"/>
                  </a:lnTo>
                  <a:lnTo>
                    <a:pt x="24206" y="136779"/>
                  </a:lnTo>
                  <a:lnTo>
                    <a:pt x="40436" y="98285"/>
                  </a:lnTo>
                  <a:lnTo>
                    <a:pt x="65633" y="65671"/>
                  </a:lnTo>
                  <a:lnTo>
                    <a:pt x="98234" y="40474"/>
                  </a:lnTo>
                  <a:lnTo>
                    <a:pt x="136715" y="24231"/>
                  </a:lnTo>
                  <a:lnTo>
                    <a:pt x="179539" y="18465"/>
                  </a:lnTo>
                  <a:lnTo>
                    <a:pt x="222351" y="24231"/>
                  </a:lnTo>
                  <a:lnTo>
                    <a:pt x="260832" y="40474"/>
                  </a:lnTo>
                  <a:lnTo>
                    <a:pt x="285838" y="59817"/>
                  </a:lnTo>
                  <a:lnTo>
                    <a:pt x="293433" y="65671"/>
                  </a:lnTo>
                  <a:lnTo>
                    <a:pt x="315937" y="9480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6492557" y="3158337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29">
                  <a:moveTo>
                    <a:pt x="315950" y="149644"/>
                  </a:moveTo>
                  <a:lnTo>
                    <a:pt x="308406" y="100241"/>
                  </a:lnTo>
                  <a:lnTo>
                    <a:pt x="287439" y="56781"/>
                  </a:lnTo>
                  <a:lnTo>
                    <a:pt x="255320" y="21513"/>
                  </a:lnTo>
                  <a:lnTo>
                    <a:pt x="221170" y="0"/>
                  </a:lnTo>
                  <a:lnTo>
                    <a:pt x="250317" y="22529"/>
                  </a:lnTo>
                  <a:lnTo>
                    <a:pt x="256159" y="30099"/>
                  </a:lnTo>
                  <a:lnTo>
                    <a:pt x="275501" y="55143"/>
                  </a:lnTo>
                  <a:lnTo>
                    <a:pt x="277914" y="60871"/>
                  </a:lnTo>
                  <a:lnTo>
                    <a:pt x="291731" y="93637"/>
                  </a:lnTo>
                  <a:lnTo>
                    <a:pt x="297497" y="136461"/>
                  </a:lnTo>
                  <a:lnTo>
                    <a:pt x="291731" y="179311"/>
                  </a:lnTo>
                  <a:lnTo>
                    <a:pt x="275501" y="217805"/>
                  </a:lnTo>
                  <a:lnTo>
                    <a:pt x="250304" y="250418"/>
                  </a:lnTo>
                  <a:lnTo>
                    <a:pt x="217716" y="275615"/>
                  </a:lnTo>
                  <a:lnTo>
                    <a:pt x="179235" y="291858"/>
                  </a:lnTo>
                  <a:lnTo>
                    <a:pt x="136423" y="297611"/>
                  </a:lnTo>
                  <a:lnTo>
                    <a:pt x="93599" y="291858"/>
                  </a:lnTo>
                  <a:lnTo>
                    <a:pt x="60718" y="277990"/>
                  </a:lnTo>
                  <a:lnTo>
                    <a:pt x="55118" y="275615"/>
                  </a:lnTo>
                  <a:lnTo>
                    <a:pt x="30073" y="256260"/>
                  </a:lnTo>
                  <a:lnTo>
                    <a:pt x="22517" y="250418"/>
                  </a:lnTo>
                  <a:lnTo>
                    <a:pt x="0" y="221272"/>
                  </a:lnTo>
                  <a:lnTo>
                    <a:pt x="3898" y="229323"/>
                  </a:lnTo>
                  <a:lnTo>
                    <a:pt x="32562" y="267576"/>
                  </a:lnTo>
                  <a:lnTo>
                    <a:pt x="70878" y="296125"/>
                  </a:lnTo>
                  <a:lnTo>
                    <a:pt x="116624" y="312750"/>
                  </a:lnTo>
                  <a:lnTo>
                    <a:pt x="150101" y="316077"/>
                  </a:lnTo>
                  <a:lnTo>
                    <a:pt x="167068" y="315188"/>
                  </a:lnTo>
                  <a:lnTo>
                    <a:pt x="206298" y="306019"/>
                  </a:lnTo>
                  <a:lnTo>
                    <a:pt x="242912" y="287553"/>
                  </a:lnTo>
                  <a:lnTo>
                    <a:pt x="278168" y="255422"/>
                  </a:lnTo>
                  <a:lnTo>
                    <a:pt x="302983" y="214350"/>
                  </a:lnTo>
                  <a:lnTo>
                    <a:pt x="315112" y="166624"/>
                  </a:lnTo>
                  <a:lnTo>
                    <a:pt x="315950" y="149644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6467893" y="3133648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79" h="322579">
                  <a:moveTo>
                    <a:pt x="161086" y="0"/>
                  </a:moveTo>
                  <a:lnTo>
                    <a:pt x="118264" y="5757"/>
                  </a:lnTo>
                  <a:lnTo>
                    <a:pt x="79784" y="22004"/>
                  </a:lnTo>
                  <a:lnTo>
                    <a:pt x="47182" y="47204"/>
                  </a:lnTo>
                  <a:lnTo>
                    <a:pt x="21993" y="79819"/>
                  </a:lnTo>
                  <a:lnTo>
                    <a:pt x="5754" y="118314"/>
                  </a:lnTo>
                  <a:lnTo>
                    <a:pt x="0" y="161150"/>
                  </a:lnTo>
                  <a:lnTo>
                    <a:pt x="5754" y="203990"/>
                  </a:lnTo>
                  <a:lnTo>
                    <a:pt x="21993" y="242486"/>
                  </a:lnTo>
                  <a:lnTo>
                    <a:pt x="47182" y="275101"/>
                  </a:lnTo>
                  <a:lnTo>
                    <a:pt x="79784" y="300299"/>
                  </a:lnTo>
                  <a:lnTo>
                    <a:pt x="118264" y="316544"/>
                  </a:lnTo>
                  <a:lnTo>
                    <a:pt x="161086" y="322300"/>
                  </a:lnTo>
                  <a:lnTo>
                    <a:pt x="203903" y="316544"/>
                  </a:lnTo>
                  <a:lnTo>
                    <a:pt x="242380" y="300299"/>
                  </a:lnTo>
                  <a:lnTo>
                    <a:pt x="274980" y="275101"/>
                  </a:lnTo>
                  <a:lnTo>
                    <a:pt x="300167" y="242486"/>
                  </a:lnTo>
                  <a:lnTo>
                    <a:pt x="316406" y="203990"/>
                  </a:lnTo>
                  <a:lnTo>
                    <a:pt x="322160" y="161150"/>
                  </a:lnTo>
                  <a:lnTo>
                    <a:pt x="316406" y="118314"/>
                  </a:lnTo>
                  <a:lnTo>
                    <a:pt x="300167" y="79819"/>
                  </a:lnTo>
                  <a:lnTo>
                    <a:pt x="274980" y="47204"/>
                  </a:lnTo>
                  <a:lnTo>
                    <a:pt x="242380" y="22004"/>
                  </a:lnTo>
                  <a:lnTo>
                    <a:pt x="203903" y="5757"/>
                  </a:lnTo>
                  <a:lnTo>
                    <a:pt x="161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6467893" y="3133648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79" h="322579">
                  <a:moveTo>
                    <a:pt x="0" y="161148"/>
                  </a:moveTo>
                  <a:lnTo>
                    <a:pt x="5753" y="118309"/>
                  </a:lnTo>
                  <a:lnTo>
                    <a:pt x="21991" y="79813"/>
                  </a:lnTo>
                  <a:lnTo>
                    <a:pt x="47178" y="47199"/>
                  </a:lnTo>
                  <a:lnTo>
                    <a:pt x="79779" y="22001"/>
                  </a:lnTo>
                  <a:lnTo>
                    <a:pt x="118257" y="5756"/>
                  </a:lnTo>
                  <a:lnTo>
                    <a:pt x="161078" y="0"/>
                  </a:lnTo>
                  <a:lnTo>
                    <a:pt x="203899" y="5756"/>
                  </a:lnTo>
                  <a:lnTo>
                    <a:pt x="242377" y="22001"/>
                  </a:lnTo>
                  <a:lnTo>
                    <a:pt x="274977" y="47199"/>
                  </a:lnTo>
                  <a:lnTo>
                    <a:pt x="300164" y="79813"/>
                  </a:lnTo>
                  <a:lnTo>
                    <a:pt x="316402" y="118309"/>
                  </a:lnTo>
                  <a:lnTo>
                    <a:pt x="322156" y="161148"/>
                  </a:lnTo>
                  <a:lnTo>
                    <a:pt x="316402" y="203988"/>
                  </a:lnTo>
                  <a:lnTo>
                    <a:pt x="300164" y="242483"/>
                  </a:lnTo>
                  <a:lnTo>
                    <a:pt x="274977" y="275098"/>
                  </a:lnTo>
                  <a:lnTo>
                    <a:pt x="242377" y="300296"/>
                  </a:lnTo>
                  <a:lnTo>
                    <a:pt x="203899" y="316541"/>
                  </a:lnTo>
                  <a:lnTo>
                    <a:pt x="161078" y="322297"/>
                  </a:lnTo>
                  <a:lnTo>
                    <a:pt x="118257" y="316541"/>
                  </a:lnTo>
                  <a:lnTo>
                    <a:pt x="79779" y="300296"/>
                  </a:lnTo>
                  <a:lnTo>
                    <a:pt x="47178" y="275098"/>
                  </a:lnTo>
                  <a:lnTo>
                    <a:pt x="21991" y="242483"/>
                  </a:lnTo>
                  <a:lnTo>
                    <a:pt x="5753" y="203988"/>
                  </a:lnTo>
                  <a:lnTo>
                    <a:pt x="0" y="161148"/>
                  </a:lnTo>
                  <a:close/>
                </a:path>
              </a:pathLst>
            </a:custGeom>
            <a:ln w="10069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7214718" y="2896213"/>
            <a:ext cx="93937" cy="16520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98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998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6512055" y="4143511"/>
            <a:ext cx="326187" cy="326187"/>
            <a:chOff x="5805131" y="4565535"/>
            <a:chExt cx="359410" cy="359410"/>
          </a:xfrm>
        </p:grpSpPr>
        <p:sp>
          <p:nvSpPr>
            <p:cNvPr id="118" name="object 118"/>
            <p:cNvSpPr/>
            <p:nvPr/>
          </p:nvSpPr>
          <p:spPr>
            <a:xfrm>
              <a:off x="5805131" y="4565535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29">
                  <a:moveTo>
                    <a:pt x="315925" y="94805"/>
                  </a:moveTo>
                  <a:lnTo>
                    <a:pt x="294132" y="60286"/>
                  </a:lnTo>
                  <a:lnTo>
                    <a:pt x="258775" y="28244"/>
                  </a:lnTo>
                  <a:lnTo>
                    <a:pt x="222554" y="10058"/>
                  </a:lnTo>
                  <a:lnTo>
                    <a:pt x="215265" y="7391"/>
                  </a:lnTo>
                  <a:lnTo>
                    <a:pt x="199326" y="3327"/>
                  </a:lnTo>
                  <a:lnTo>
                    <a:pt x="182829" y="838"/>
                  </a:lnTo>
                  <a:lnTo>
                    <a:pt x="165849" y="0"/>
                  </a:lnTo>
                  <a:lnTo>
                    <a:pt x="148882" y="889"/>
                  </a:lnTo>
                  <a:lnTo>
                    <a:pt x="101155" y="13182"/>
                  </a:lnTo>
                  <a:lnTo>
                    <a:pt x="60261" y="38100"/>
                  </a:lnTo>
                  <a:lnTo>
                    <a:pt x="28232" y="73469"/>
                  </a:lnTo>
                  <a:lnTo>
                    <a:pt x="7391" y="117005"/>
                  </a:lnTo>
                  <a:lnTo>
                    <a:pt x="0" y="166433"/>
                  </a:lnTo>
                  <a:lnTo>
                    <a:pt x="889" y="183413"/>
                  </a:lnTo>
                  <a:lnTo>
                    <a:pt x="13157" y="231089"/>
                  </a:lnTo>
                  <a:lnTo>
                    <a:pt x="38087" y="272072"/>
                  </a:lnTo>
                  <a:lnTo>
                    <a:pt x="73431" y="304114"/>
                  </a:lnTo>
                  <a:lnTo>
                    <a:pt x="94754" y="316077"/>
                  </a:lnTo>
                  <a:lnTo>
                    <a:pt x="65620" y="293560"/>
                  </a:lnTo>
                  <a:lnTo>
                    <a:pt x="59778" y="286004"/>
                  </a:lnTo>
                  <a:lnTo>
                    <a:pt x="40436" y="260946"/>
                  </a:lnTo>
                  <a:lnTo>
                    <a:pt x="38023" y="255219"/>
                  </a:lnTo>
                  <a:lnTo>
                    <a:pt x="24206" y="222453"/>
                  </a:lnTo>
                  <a:lnTo>
                    <a:pt x="18453" y="179603"/>
                  </a:lnTo>
                  <a:lnTo>
                    <a:pt x="24206" y="136779"/>
                  </a:lnTo>
                  <a:lnTo>
                    <a:pt x="40436" y="98285"/>
                  </a:lnTo>
                  <a:lnTo>
                    <a:pt x="65620" y="65659"/>
                  </a:lnTo>
                  <a:lnTo>
                    <a:pt x="98221" y="40462"/>
                  </a:lnTo>
                  <a:lnTo>
                    <a:pt x="136702" y="24218"/>
                  </a:lnTo>
                  <a:lnTo>
                    <a:pt x="179527" y="18453"/>
                  </a:lnTo>
                  <a:lnTo>
                    <a:pt x="222338" y="24218"/>
                  </a:lnTo>
                  <a:lnTo>
                    <a:pt x="260819" y="40462"/>
                  </a:lnTo>
                  <a:lnTo>
                    <a:pt x="293420" y="65659"/>
                  </a:lnTo>
                  <a:lnTo>
                    <a:pt x="315925" y="9480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5848248" y="4608702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29">
                  <a:moveTo>
                    <a:pt x="315937" y="149618"/>
                  </a:moveTo>
                  <a:lnTo>
                    <a:pt x="308406" y="100215"/>
                  </a:lnTo>
                  <a:lnTo>
                    <a:pt x="287439" y="56756"/>
                  </a:lnTo>
                  <a:lnTo>
                    <a:pt x="255308" y="21488"/>
                  </a:lnTo>
                  <a:lnTo>
                    <a:pt x="221195" y="0"/>
                  </a:lnTo>
                  <a:lnTo>
                    <a:pt x="250304" y="22491"/>
                  </a:lnTo>
                  <a:lnTo>
                    <a:pt x="256159" y="30073"/>
                  </a:lnTo>
                  <a:lnTo>
                    <a:pt x="275501" y="55118"/>
                  </a:lnTo>
                  <a:lnTo>
                    <a:pt x="277914" y="60845"/>
                  </a:lnTo>
                  <a:lnTo>
                    <a:pt x="291731" y="93611"/>
                  </a:lnTo>
                  <a:lnTo>
                    <a:pt x="297497" y="136436"/>
                  </a:lnTo>
                  <a:lnTo>
                    <a:pt x="291731" y="179285"/>
                  </a:lnTo>
                  <a:lnTo>
                    <a:pt x="275501" y="217779"/>
                  </a:lnTo>
                  <a:lnTo>
                    <a:pt x="250304" y="250393"/>
                  </a:lnTo>
                  <a:lnTo>
                    <a:pt x="217703" y="275590"/>
                  </a:lnTo>
                  <a:lnTo>
                    <a:pt x="179222" y="291833"/>
                  </a:lnTo>
                  <a:lnTo>
                    <a:pt x="136410" y="297586"/>
                  </a:lnTo>
                  <a:lnTo>
                    <a:pt x="93586" y="291833"/>
                  </a:lnTo>
                  <a:lnTo>
                    <a:pt x="60706" y="277964"/>
                  </a:lnTo>
                  <a:lnTo>
                    <a:pt x="55105" y="275590"/>
                  </a:lnTo>
                  <a:lnTo>
                    <a:pt x="30086" y="256260"/>
                  </a:lnTo>
                  <a:lnTo>
                    <a:pt x="22504" y="250393"/>
                  </a:lnTo>
                  <a:lnTo>
                    <a:pt x="0" y="221259"/>
                  </a:lnTo>
                  <a:lnTo>
                    <a:pt x="3898" y="229298"/>
                  </a:lnTo>
                  <a:lnTo>
                    <a:pt x="32550" y="267550"/>
                  </a:lnTo>
                  <a:lnTo>
                    <a:pt x="70878" y="296100"/>
                  </a:lnTo>
                  <a:lnTo>
                    <a:pt x="116611" y="312724"/>
                  </a:lnTo>
                  <a:lnTo>
                    <a:pt x="150088" y="316052"/>
                  </a:lnTo>
                  <a:lnTo>
                    <a:pt x="167068" y="315163"/>
                  </a:lnTo>
                  <a:lnTo>
                    <a:pt x="206298" y="305993"/>
                  </a:lnTo>
                  <a:lnTo>
                    <a:pt x="242912" y="287528"/>
                  </a:lnTo>
                  <a:lnTo>
                    <a:pt x="278168" y="255397"/>
                  </a:lnTo>
                  <a:lnTo>
                    <a:pt x="302983" y="214325"/>
                  </a:lnTo>
                  <a:lnTo>
                    <a:pt x="315112" y="166598"/>
                  </a:lnTo>
                  <a:lnTo>
                    <a:pt x="315937" y="149618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5823584" y="4583988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79" h="322579">
                  <a:moveTo>
                    <a:pt x="161074" y="0"/>
                  </a:moveTo>
                  <a:lnTo>
                    <a:pt x="118252" y="5756"/>
                  </a:lnTo>
                  <a:lnTo>
                    <a:pt x="79774" y="22001"/>
                  </a:lnTo>
                  <a:lnTo>
                    <a:pt x="47175" y="47199"/>
                  </a:lnTo>
                  <a:lnTo>
                    <a:pt x="21990" y="79814"/>
                  </a:lnTo>
                  <a:lnTo>
                    <a:pt x="5753" y="118309"/>
                  </a:lnTo>
                  <a:lnTo>
                    <a:pt x="0" y="161150"/>
                  </a:lnTo>
                  <a:lnTo>
                    <a:pt x="5753" y="203990"/>
                  </a:lnTo>
                  <a:lnTo>
                    <a:pt x="21990" y="242486"/>
                  </a:lnTo>
                  <a:lnTo>
                    <a:pt x="47175" y="275101"/>
                  </a:lnTo>
                  <a:lnTo>
                    <a:pt x="79774" y="300299"/>
                  </a:lnTo>
                  <a:lnTo>
                    <a:pt x="118252" y="316544"/>
                  </a:lnTo>
                  <a:lnTo>
                    <a:pt x="161074" y="322300"/>
                  </a:lnTo>
                  <a:lnTo>
                    <a:pt x="203896" y="316544"/>
                  </a:lnTo>
                  <a:lnTo>
                    <a:pt x="242376" y="300299"/>
                  </a:lnTo>
                  <a:lnTo>
                    <a:pt x="274978" y="275101"/>
                  </a:lnTo>
                  <a:lnTo>
                    <a:pt x="300167" y="242486"/>
                  </a:lnTo>
                  <a:lnTo>
                    <a:pt x="316406" y="203990"/>
                  </a:lnTo>
                  <a:lnTo>
                    <a:pt x="322160" y="161150"/>
                  </a:lnTo>
                  <a:lnTo>
                    <a:pt x="316406" y="118309"/>
                  </a:lnTo>
                  <a:lnTo>
                    <a:pt x="300167" y="79814"/>
                  </a:lnTo>
                  <a:lnTo>
                    <a:pt x="274978" y="47199"/>
                  </a:lnTo>
                  <a:lnTo>
                    <a:pt x="242376" y="22001"/>
                  </a:lnTo>
                  <a:lnTo>
                    <a:pt x="203896" y="5756"/>
                  </a:lnTo>
                  <a:lnTo>
                    <a:pt x="1610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5823584" y="4583988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79" h="322579">
                  <a:moveTo>
                    <a:pt x="0" y="161148"/>
                  </a:moveTo>
                  <a:lnTo>
                    <a:pt x="5753" y="118309"/>
                  </a:lnTo>
                  <a:lnTo>
                    <a:pt x="21991" y="79813"/>
                  </a:lnTo>
                  <a:lnTo>
                    <a:pt x="47178" y="47199"/>
                  </a:lnTo>
                  <a:lnTo>
                    <a:pt x="79779" y="22001"/>
                  </a:lnTo>
                  <a:lnTo>
                    <a:pt x="118257" y="5756"/>
                  </a:lnTo>
                  <a:lnTo>
                    <a:pt x="161078" y="0"/>
                  </a:lnTo>
                  <a:lnTo>
                    <a:pt x="203899" y="5756"/>
                  </a:lnTo>
                  <a:lnTo>
                    <a:pt x="242377" y="22001"/>
                  </a:lnTo>
                  <a:lnTo>
                    <a:pt x="274977" y="47199"/>
                  </a:lnTo>
                  <a:lnTo>
                    <a:pt x="300164" y="79813"/>
                  </a:lnTo>
                  <a:lnTo>
                    <a:pt x="316402" y="118309"/>
                  </a:lnTo>
                  <a:lnTo>
                    <a:pt x="322156" y="161148"/>
                  </a:lnTo>
                  <a:lnTo>
                    <a:pt x="316402" y="203988"/>
                  </a:lnTo>
                  <a:lnTo>
                    <a:pt x="300164" y="242483"/>
                  </a:lnTo>
                  <a:lnTo>
                    <a:pt x="274977" y="275098"/>
                  </a:lnTo>
                  <a:lnTo>
                    <a:pt x="242377" y="300296"/>
                  </a:lnTo>
                  <a:lnTo>
                    <a:pt x="203899" y="316541"/>
                  </a:lnTo>
                  <a:lnTo>
                    <a:pt x="161078" y="322297"/>
                  </a:lnTo>
                  <a:lnTo>
                    <a:pt x="118257" y="316541"/>
                  </a:lnTo>
                  <a:lnTo>
                    <a:pt x="79779" y="300296"/>
                  </a:lnTo>
                  <a:lnTo>
                    <a:pt x="47178" y="275098"/>
                  </a:lnTo>
                  <a:lnTo>
                    <a:pt x="21991" y="242483"/>
                  </a:lnTo>
                  <a:lnTo>
                    <a:pt x="5753" y="203988"/>
                  </a:lnTo>
                  <a:lnTo>
                    <a:pt x="0" y="161148"/>
                  </a:lnTo>
                  <a:close/>
                </a:path>
              </a:pathLst>
            </a:custGeom>
            <a:ln w="10069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6629967" y="4212949"/>
            <a:ext cx="93937" cy="16520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98" b="1" spc="-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998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8120135" y="4216632"/>
            <a:ext cx="326187" cy="326187"/>
            <a:chOff x="7576997" y="4646104"/>
            <a:chExt cx="359410" cy="359410"/>
          </a:xfrm>
        </p:grpSpPr>
        <p:sp>
          <p:nvSpPr>
            <p:cNvPr id="124" name="object 124"/>
            <p:cNvSpPr/>
            <p:nvPr/>
          </p:nvSpPr>
          <p:spPr>
            <a:xfrm>
              <a:off x="7576998" y="4646104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29">
                  <a:moveTo>
                    <a:pt x="315937" y="94830"/>
                  </a:moveTo>
                  <a:lnTo>
                    <a:pt x="294119" y="60286"/>
                  </a:lnTo>
                  <a:lnTo>
                    <a:pt x="258775" y="28257"/>
                  </a:lnTo>
                  <a:lnTo>
                    <a:pt x="222567" y="10071"/>
                  </a:lnTo>
                  <a:lnTo>
                    <a:pt x="215252" y="7404"/>
                  </a:lnTo>
                  <a:lnTo>
                    <a:pt x="199326" y="3327"/>
                  </a:lnTo>
                  <a:lnTo>
                    <a:pt x="182829" y="838"/>
                  </a:lnTo>
                  <a:lnTo>
                    <a:pt x="165849" y="0"/>
                  </a:lnTo>
                  <a:lnTo>
                    <a:pt x="148869" y="889"/>
                  </a:lnTo>
                  <a:lnTo>
                    <a:pt x="101155" y="13182"/>
                  </a:lnTo>
                  <a:lnTo>
                    <a:pt x="60261" y="38112"/>
                  </a:lnTo>
                  <a:lnTo>
                    <a:pt x="28232" y="73469"/>
                  </a:lnTo>
                  <a:lnTo>
                    <a:pt x="7391" y="117005"/>
                  </a:lnTo>
                  <a:lnTo>
                    <a:pt x="0" y="166433"/>
                  </a:lnTo>
                  <a:lnTo>
                    <a:pt x="876" y="183426"/>
                  </a:lnTo>
                  <a:lnTo>
                    <a:pt x="13144" y="231089"/>
                  </a:lnTo>
                  <a:lnTo>
                    <a:pt x="38087" y="272072"/>
                  </a:lnTo>
                  <a:lnTo>
                    <a:pt x="73431" y="304114"/>
                  </a:lnTo>
                  <a:lnTo>
                    <a:pt x="94729" y="316064"/>
                  </a:lnTo>
                  <a:lnTo>
                    <a:pt x="65620" y="293573"/>
                  </a:lnTo>
                  <a:lnTo>
                    <a:pt x="59740" y="285965"/>
                  </a:lnTo>
                  <a:lnTo>
                    <a:pt x="40436" y="260959"/>
                  </a:lnTo>
                  <a:lnTo>
                    <a:pt x="38023" y="255244"/>
                  </a:lnTo>
                  <a:lnTo>
                    <a:pt x="24206" y="222465"/>
                  </a:lnTo>
                  <a:lnTo>
                    <a:pt x="18453" y="179616"/>
                  </a:lnTo>
                  <a:lnTo>
                    <a:pt x="24206" y="136779"/>
                  </a:lnTo>
                  <a:lnTo>
                    <a:pt x="40436" y="98285"/>
                  </a:lnTo>
                  <a:lnTo>
                    <a:pt x="65620" y="65671"/>
                  </a:lnTo>
                  <a:lnTo>
                    <a:pt x="98221" y="40474"/>
                  </a:lnTo>
                  <a:lnTo>
                    <a:pt x="136702" y="24231"/>
                  </a:lnTo>
                  <a:lnTo>
                    <a:pt x="179527" y="18465"/>
                  </a:lnTo>
                  <a:lnTo>
                    <a:pt x="222338" y="24231"/>
                  </a:lnTo>
                  <a:lnTo>
                    <a:pt x="260819" y="40474"/>
                  </a:lnTo>
                  <a:lnTo>
                    <a:pt x="293420" y="65671"/>
                  </a:lnTo>
                  <a:lnTo>
                    <a:pt x="315937" y="9483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7620114" y="4689258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29">
                  <a:moveTo>
                    <a:pt x="315937" y="149631"/>
                  </a:moveTo>
                  <a:lnTo>
                    <a:pt x="308394" y="100241"/>
                  </a:lnTo>
                  <a:lnTo>
                    <a:pt x="287439" y="56769"/>
                  </a:lnTo>
                  <a:lnTo>
                    <a:pt x="255308" y="21501"/>
                  </a:lnTo>
                  <a:lnTo>
                    <a:pt x="221170" y="0"/>
                  </a:lnTo>
                  <a:lnTo>
                    <a:pt x="250304" y="22517"/>
                  </a:lnTo>
                  <a:lnTo>
                    <a:pt x="275488" y="55130"/>
                  </a:lnTo>
                  <a:lnTo>
                    <a:pt x="291719" y="93624"/>
                  </a:lnTo>
                  <a:lnTo>
                    <a:pt x="297484" y="136461"/>
                  </a:lnTo>
                  <a:lnTo>
                    <a:pt x="291719" y="179311"/>
                  </a:lnTo>
                  <a:lnTo>
                    <a:pt x="275488" y="217805"/>
                  </a:lnTo>
                  <a:lnTo>
                    <a:pt x="250304" y="250418"/>
                  </a:lnTo>
                  <a:lnTo>
                    <a:pt x="217703" y="275615"/>
                  </a:lnTo>
                  <a:lnTo>
                    <a:pt x="179222" y="291858"/>
                  </a:lnTo>
                  <a:lnTo>
                    <a:pt x="136410" y="297611"/>
                  </a:lnTo>
                  <a:lnTo>
                    <a:pt x="93586" y="291858"/>
                  </a:lnTo>
                  <a:lnTo>
                    <a:pt x="60769" y="278015"/>
                  </a:lnTo>
                  <a:lnTo>
                    <a:pt x="55105" y="275615"/>
                  </a:lnTo>
                  <a:lnTo>
                    <a:pt x="30086" y="256286"/>
                  </a:lnTo>
                  <a:lnTo>
                    <a:pt x="22504" y="250418"/>
                  </a:lnTo>
                  <a:lnTo>
                    <a:pt x="0" y="221272"/>
                  </a:lnTo>
                  <a:lnTo>
                    <a:pt x="3898" y="229311"/>
                  </a:lnTo>
                  <a:lnTo>
                    <a:pt x="32550" y="267563"/>
                  </a:lnTo>
                  <a:lnTo>
                    <a:pt x="70866" y="296125"/>
                  </a:lnTo>
                  <a:lnTo>
                    <a:pt x="116611" y="312737"/>
                  </a:lnTo>
                  <a:lnTo>
                    <a:pt x="150088" y="316064"/>
                  </a:lnTo>
                  <a:lnTo>
                    <a:pt x="167068" y="315188"/>
                  </a:lnTo>
                  <a:lnTo>
                    <a:pt x="206298" y="306006"/>
                  </a:lnTo>
                  <a:lnTo>
                    <a:pt x="242912" y="287553"/>
                  </a:lnTo>
                  <a:lnTo>
                    <a:pt x="278155" y="255409"/>
                  </a:lnTo>
                  <a:lnTo>
                    <a:pt x="302983" y="214350"/>
                  </a:lnTo>
                  <a:lnTo>
                    <a:pt x="315112" y="166624"/>
                  </a:lnTo>
                  <a:lnTo>
                    <a:pt x="315937" y="149631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7595451" y="4664570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79" h="322579">
                  <a:moveTo>
                    <a:pt x="161074" y="0"/>
                  </a:moveTo>
                  <a:lnTo>
                    <a:pt x="118252" y="5756"/>
                  </a:lnTo>
                  <a:lnTo>
                    <a:pt x="79774" y="22001"/>
                  </a:lnTo>
                  <a:lnTo>
                    <a:pt x="47175" y="47199"/>
                  </a:lnTo>
                  <a:lnTo>
                    <a:pt x="21990" y="79814"/>
                  </a:lnTo>
                  <a:lnTo>
                    <a:pt x="5753" y="118309"/>
                  </a:lnTo>
                  <a:lnTo>
                    <a:pt x="0" y="161150"/>
                  </a:lnTo>
                  <a:lnTo>
                    <a:pt x="5753" y="203990"/>
                  </a:lnTo>
                  <a:lnTo>
                    <a:pt x="21990" y="242486"/>
                  </a:lnTo>
                  <a:lnTo>
                    <a:pt x="47175" y="275101"/>
                  </a:lnTo>
                  <a:lnTo>
                    <a:pt x="79774" y="300299"/>
                  </a:lnTo>
                  <a:lnTo>
                    <a:pt x="118252" y="316544"/>
                  </a:lnTo>
                  <a:lnTo>
                    <a:pt x="161074" y="322300"/>
                  </a:lnTo>
                  <a:lnTo>
                    <a:pt x="203895" y="316544"/>
                  </a:lnTo>
                  <a:lnTo>
                    <a:pt x="242373" y="300299"/>
                  </a:lnTo>
                  <a:lnTo>
                    <a:pt x="274972" y="275101"/>
                  </a:lnTo>
                  <a:lnTo>
                    <a:pt x="300157" y="242486"/>
                  </a:lnTo>
                  <a:lnTo>
                    <a:pt x="316394" y="203990"/>
                  </a:lnTo>
                  <a:lnTo>
                    <a:pt x="322148" y="161150"/>
                  </a:lnTo>
                  <a:lnTo>
                    <a:pt x="316394" y="118309"/>
                  </a:lnTo>
                  <a:lnTo>
                    <a:pt x="300157" y="79814"/>
                  </a:lnTo>
                  <a:lnTo>
                    <a:pt x="274972" y="47199"/>
                  </a:lnTo>
                  <a:lnTo>
                    <a:pt x="242373" y="22001"/>
                  </a:lnTo>
                  <a:lnTo>
                    <a:pt x="203895" y="5756"/>
                  </a:lnTo>
                  <a:lnTo>
                    <a:pt x="1610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7595451" y="4664570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79" h="322579">
                  <a:moveTo>
                    <a:pt x="0" y="161148"/>
                  </a:moveTo>
                  <a:lnTo>
                    <a:pt x="5753" y="118309"/>
                  </a:lnTo>
                  <a:lnTo>
                    <a:pt x="21991" y="79813"/>
                  </a:lnTo>
                  <a:lnTo>
                    <a:pt x="47178" y="47199"/>
                  </a:lnTo>
                  <a:lnTo>
                    <a:pt x="79779" y="22001"/>
                  </a:lnTo>
                  <a:lnTo>
                    <a:pt x="118257" y="5756"/>
                  </a:lnTo>
                  <a:lnTo>
                    <a:pt x="161078" y="0"/>
                  </a:lnTo>
                  <a:lnTo>
                    <a:pt x="203899" y="5756"/>
                  </a:lnTo>
                  <a:lnTo>
                    <a:pt x="242377" y="22001"/>
                  </a:lnTo>
                  <a:lnTo>
                    <a:pt x="274977" y="47199"/>
                  </a:lnTo>
                  <a:lnTo>
                    <a:pt x="300164" y="79813"/>
                  </a:lnTo>
                  <a:lnTo>
                    <a:pt x="316402" y="118309"/>
                  </a:lnTo>
                  <a:lnTo>
                    <a:pt x="322156" y="161148"/>
                  </a:lnTo>
                  <a:lnTo>
                    <a:pt x="316402" y="203988"/>
                  </a:lnTo>
                  <a:lnTo>
                    <a:pt x="300164" y="242483"/>
                  </a:lnTo>
                  <a:lnTo>
                    <a:pt x="274977" y="275098"/>
                  </a:lnTo>
                  <a:lnTo>
                    <a:pt x="242377" y="300296"/>
                  </a:lnTo>
                  <a:lnTo>
                    <a:pt x="203899" y="316541"/>
                  </a:lnTo>
                  <a:lnTo>
                    <a:pt x="161078" y="322297"/>
                  </a:lnTo>
                  <a:lnTo>
                    <a:pt x="118257" y="316541"/>
                  </a:lnTo>
                  <a:lnTo>
                    <a:pt x="79779" y="300296"/>
                  </a:lnTo>
                  <a:lnTo>
                    <a:pt x="47178" y="275098"/>
                  </a:lnTo>
                  <a:lnTo>
                    <a:pt x="21991" y="242483"/>
                  </a:lnTo>
                  <a:lnTo>
                    <a:pt x="5753" y="203988"/>
                  </a:lnTo>
                  <a:lnTo>
                    <a:pt x="0" y="161148"/>
                  </a:lnTo>
                  <a:close/>
                </a:path>
              </a:pathLst>
            </a:custGeom>
            <a:ln w="10069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8" name="object 128"/>
          <p:cNvSpPr txBox="1"/>
          <p:nvPr/>
        </p:nvSpPr>
        <p:spPr>
          <a:xfrm>
            <a:off x="8238036" y="4284871"/>
            <a:ext cx="93937" cy="16520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98" b="1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endParaRPr sz="998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1654251" y="1473594"/>
            <a:ext cx="3103965" cy="393038"/>
            <a:chOff x="652299" y="2923539"/>
            <a:chExt cx="3420110" cy="433070"/>
          </a:xfrm>
        </p:grpSpPr>
        <p:sp>
          <p:nvSpPr>
            <p:cNvPr id="130" name="object 130"/>
            <p:cNvSpPr/>
            <p:nvPr/>
          </p:nvSpPr>
          <p:spPr>
            <a:xfrm>
              <a:off x="652297" y="2923539"/>
              <a:ext cx="3392804" cy="406400"/>
            </a:xfrm>
            <a:custGeom>
              <a:avLst/>
              <a:gdLst/>
              <a:ahLst/>
              <a:cxnLst/>
              <a:rect l="l" t="t" r="r" b="b"/>
              <a:pathLst>
                <a:path w="3392804" h="406400">
                  <a:moveTo>
                    <a:pt x="3392716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396240"/>
                  </a:lnTo>
                  <a:lnTo>
                    <a:pt x="0" y="406400"/>
                  </a:lnTo>
                  <a:lnTo>
                    <a:pt x="3392716" y="406400"/>
                  </a:lnTo>
                  <a:lnTo>
                    <a:pt x="3392716" y="396443"/>
                  </a:lnTo>
                  <a:lnTo>
                    <a:pt x="3392716" y="396240"/>
                  </a:lnTo>
                  <a:lnTo>
                    <a:pt x="3392716" y="10363"/>
                  </a:lnTo>
                  <a:lnTo>
                    <a:pt x="3382645" y="10363"/>
                  </a:lnTo>
                  <a:lnTo>
                    <a:pt x="3382645" y="396240"/>
                  </a:lnTo>
                  <a:lnTo>
                    <a:pt x="10058" y="396240"/>
                  </a:lnTo>
                  <a:lnTo>
                    <a:pt x="10058" y="10160"/>
                  </a:lnTo>
                  <a:lnTo>
                    <a:pt x="3392716" y="10160"/>
                  </a:lnTo>
                  <a:lnTo>
                    <a:pt x="3392716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1" name="object 131"/>
            <p:cNvSpPr/>
            <p:nvPr/>
          </p:nvSpPr>
          <p:spPr>
            <a:xfrm>
              <a:off x="679145" y="2950209"/>
              <a:ext cx="3392804" cy="406400"/>
            </a:xfrm>
            <a:custGeom>
              <a:avLst/>
              <a:gdLst/>
              <a:ahLst/>
              <a:cxnLst/>
              <a:rect l="l" t="t" r="r" b="b"/>
              <a:pathLst>
                <a:path w="3392804" h="406400">
                  <a:moveTo>
                    <a:pt x="3392716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396240"/>
                  </a:lnTo>
                  <a:lnTo>
                    <a:pt x="0" y="406400"/>
                  </a:lnTo>
                  <a:lnTo>
                    <a:pt x="3392716" y="406400"/>
                  </a:lnTo>
                  <a:lnTo>
                    <a:pt x="3392716" y="396633"/>
                  </a:lnTo>
                  <a:lnTo>
                    <a:pt x="3392716" y="396240"/>
                  </a:lnTo>
                  <a:lnTo>
                    <a:pt x="3392716" y="10541"/>
                  </a:lnTo>
                  <a:lnTo>
                    <a:pt x="3382645" y="10541"/>
                  </a:lnTo>
                  <a:lnTo>
                    <a:pt x="3382645" y="396240"/>
                  </a:lnTo>
                  <a:lnTo>
                    <a:pt x="10058" y="396240"/>
                  </a:lnTo>
                  <a:lnTo>
                    <a:pt x="10058" y="10160"/>
                  </a:lnTo>
                  <a:lnTo>
                    <a:pt x="3392716" y="10160"/>
                  </a:lnTo>
                  <a:lnTo>
                    <a:pt x="33927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object 132"/>
            <p:cNvSpPr/>
            <p:nvPr/>
          </p:nvSpPr>
          <p:spPr>
            <a:xfrm>
              <a:off x="670756" y="2942285"/>
              <a:ext cx="3382645" cy="396240"/>
            </a:xfrm>
            <a:custGeom>
              <a:avLst/>
              <a:gdLst/>
              <a:ahLst/>
              <a:cxnLst/>
              <a:rect l="l" t="t" r="r" b="b"/>
              <a:pathLst>
                <a:path w="3382645" h="396239">
                  <a:moveTo>
                    <a:pt x="0" y="0"/>
                  </a:moveTo>
                  <a:lnTo>
                    <a:pt x="3382646" y="0"/>
                  </a:lnTo>
                  <a:lnTo>
                    <a:pt x="3382646" y="396157"/>
                  </a:lnTo>
                  <a:lnTo>
                    <a:pt x="0" y="396157"/>
                  </a:lnTo>
                  <a:lnTo>
                    <a:pt x="0" y="0"/>
                  </a:lnTo>
                  <a:close/>
                </a:path>
              </a:pathLst>
            </a:custGeom>
            <a:ln w="10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1674049" y="1512275"/>
            <a:ext cx="3061319" cy="29107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84144" marR="979754" defTabSz="829909">
              <a:spcBef>
                <a:spcPts val="91"/>
              </a:spcBef>
              <a:defRPr/>
            </a:pPr>
            <a:r>
              <a:rPr sz="908" spc="-5" dirty="0">
                <a:solidFill>
                  <a:prstClr val="black"/>
                </a:solidFill>
                <a:latin typeface="Arial"/>
                <a:cs typeface="Arial"/>
              </a:rPr>
              <a:t>J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Block </a:t>
            </a:r>
            <a:r>
              <a:rPr sz="908" spc="-18" dirty="0">
                <a:solidFill>
                  <a:prstClr val="black"/>
                </a:solidFill>
                <a:latin typeface="Arial"/>
                <a:cs typeface="Arial"/>
              </a:rPr>
              <a:t>12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Sarojini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Nagar NDelhi 110023  </a:t>
            </a:r>
            <a:r>
              <a:rPr sz="908" spc="-18" dirty="0">
                <a:solidFill>
                  <a:prstClr val="black"/>
                </a:solidFill>
                <a:latin typeface="Arial"/>
                <a:cs typeface="Arial"/>
              </a:rPr>
              <a:t>55</a:t>
            </a:r>
            <a:r>
              <a:rPr sz="908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spc="-5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908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Mandir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Lane</a:t>
            </a:r>
            <a:r>
              <a:rPr sz="908" spc="-4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908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908" spc="-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New</a:t>
            </a:r>
            <a:r>
              <a:rPr sz="908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Delhi </a:t>
            </a:r>
            <a:r>
              <a:rPr sz="908" spc="-32" dirty="0">
                <a:solidFill>
                  <a:prstClr val="black"/>
                </a:solidFill>
                <a:latin typeface="Arial"/>
                <a:cs typeface="Arial"/>
              </a:rPr>
              <a:t>23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3446968" y="1854795"/>
            <a:ext cx="73190" cy="340595"/>
          </a:xfrm>
          <a:custGeom>
            <a:avLst/>
            <a:gdLst/>
            <a:ahLst/>
            <a:cxnLst/>
            <a:rect l="l" t="t" r="r" b="b"/>
            <a:pathLst>
              <a:path w="80644" h="375285">
                <a:moveTo>
                  <a:pt x="35046" y="295214"/>
                </a:moveTo>
                <a:lnTo>
                  <a:pt x="0" y="298830"/>
                </a:lnTo>
                <a:lnTo>
                  <a:pt x="48310" y="374840"/>
                </a:lnTo>
                <a:lnTo>
                  <a:pt x="73316" y="308571"/>
                </a:lnTo>
                <a:lnTo>
                  <a:pt x="36423" y="308571"/>
                </a:lnTo>
                <a:lnTo>
                  <a:pt x="35046" y="295214"/>
                </a:lnTo>
                <a:close/>
              </a:path>
              <a:path w="80644" h="375285">
                <a:moveTo>
                  <a:pt x="45065" y="294180"/>
                </a:moveTo>
                <a:lnTo>
                  <a:pt x="35046" y="295214"/>
                </a:lnTo>
                <a:lnTo>
                  <a:pt x="36423" y="308571"/>
                </a:lnTo>
                <a:lnTo>
                  <a:pt x="46443" y="307543"/>
                </a:lnTo>
                <a:lnTo>
                  <a:pt x="45065" y="294180"/>
                </a:lnTo>
                <a:close/>
              </a:path>
              <a:path w="80644" h="375285">
                <a:moveTo>
                  <a:pt x="80111" y="290563"/>
                </a:moveTo>
                <a:lnTo>
                  <a:pt x="45065" y="294180"/>
                </a:lnTo>
                <a:lnTo>
                  <a:pt x="46443" y="307543"/>
                </a:lnTo>
                <a:lnTo>
                  <a:pt x="36423" y="308571"/>
                </a:lnTo>
                <a:lnTo>
                  <a:pt x="73316" y="308571"/>
                </a:lnTo>
                <a:lnTo>
                  <a:pt x="80111" y="290563"/>
                </a:lnTo>
                <a:close/>
              </a:path>
              <a:path w="80644" h="375285">
                <a:moveTo>
                  <a:pt x="14732" y="0"/>
                </a:moveTo>
                <a:lnTo>
                  <a:pt x="4711" y="1028"/>
                </a:lnTo>
                <a:lnTo>
                  <a:pt x="35046" y="295214"/>
                </a:lnTo>
                <a:lnTo>
                  <a:pt x="45065" y="294180"/>
                </a:lnTo>
                <a:lnTo>
                  <a:pt x="147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286766" y="5915988"/>
            <a:ext cx="3206547" cy="29107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84144" defTabSz="829909">
              <a:spcBef>
                <a:spcPts val="91"/>
              </a:spcBef>
              <a:defRPr/>
            </a:pPr>
            <a:r>
              <a:rPr sz="908" spc="-5" dirty="0">
                <a:solidFill>
                  <a:prstClr val="black"/>
                </a:solidFill>
                <a:latin typeface="Arial"/>
                <a:cs typeface="Arial"/>
              </a:rPr>
              <a:t>J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Block </a:t>
            </a:r>
            <a:r>
              <a:rPr sz="908" spc="-18" dirty="0">
                <a:solidFill>
                  <a:prstClr val="black"/>
                </a:solidFill>
                <a:latin typeface="Arial"/>
                <a:cs typeface="Arial"/>
              </a:rPr>
              <a:t>12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Sarojini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Nagar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New Delhi</a:t>
            </a:r>
            <a:r>
              <a:rPr sz="908" spc="-1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110023</a:t>
            </a:r>
            <a:endParaRPr sz="908" dirty="0">
              <a:solidFill>
                <a:prstClr val="black"/>
              </a:solidFill>
              <a:latin typeface="Arial"/>
              <a:cs typeface="Arial"/>
            </a:endParaRPr>
          </a:p>
          <a:p>
            <a:pPr marL="84144" defTabSz="829909">
              <a:defRPr/>
            </a:pPr>
            <a:r>
              <a:rPr sz="908" spc="-18" dirty="0">
                <a:solidFill>
                  <a:prstClr val="black"/>
                </a:solidFill>
                <a:latin typeface="Arial"/>
                <a:cs typeface="Arial"/>
              </a:rPr>
              <a:t>55 </a:t>
            </a:r>
            <a:r>
              <a:rPr sz="908" spc="-5" dirty="0">
                <a:solidFill>
                  <a:prstClr val="black"/>
                </a:solidFill>
                <a:latin typeface="Arial"/>
                <a:cs typeface="Arial"/>
              </a:rPr>
              <a:t>Y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Mandir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Lane Sarojini </a:t>
            </a:r>
            <a:r>
              <a:rPr sz="908" spc="-27" dirty="0">
                <a:solidFill>
                  <a:prstClr val="black"/>
                </a:solidFill>
                <a:latin typeface="Arial"/>
                <a:cs typeface="Arial"/>
              </a:rPr>
              <a:t>Nagar </a:t>
            </a:r>
            <a:r>
              <a:rPr sz="908" spc="-23" dirty="0">
                <a:solidFill>
                  <a:prstClr val="black"/>
                </a:solidFill>
                <a:latin typeface="Arial"/>
                <a:cs typeface="Arial"/>
              </a:rPr>
              <a:t>New Delhi</a:t>
            </a:r>
            <a:r>
              <a:rPr sz="908" spc="-12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08" spc="-32" dirty="0">
                <a:solidFill>
                  <a:prstClr val="black"/>
                </a:solidFill>
                <a:latin typeface="Arial"/>
                <a:cs typeface="Arial"/>
              </a:rPr>
              <a:t>110023</a:t>
            </a:r>
            <a:endParaRPr sz="908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7698317" y="6387606"/>
            <a:ext cx="877132" cy="306593"/>
          </a:xfrm>
          <a:custGeom>
            <a:avLst/>
            <a:gdLst/>
            <a:ahLst/>
            <a:cxnLst/>
            <a:rect l="l" t="t" r="r" b="b"/>
            <a:pathLst>
              <a:path w="966470" h="337820">
                <a:moveTo>
                  <a:pt x="966469" y="42183"/>
                </a:moveTo>
                <a:lnTo>
                  <a:pt x="912531" y="61568"/>
                </a:lnTo>
                <a:lnTo>
                  <a:pt x="873233" y="67095"/>
                </a:lnTo>
                <a:lnTo>
                  <a:pt x="824933" y="72011"/>
                </a:lnTo>
                <a:lnTo>
                  <a:pt x="768626" y="76227"/>
                </a:lnTo>
                <a:lnTo>
                  <a:pt x="705309" y="79657"/>
                </a:lnTo>
                <a:lnTo>
                  <a:pt x="635974" y="82215"/>
                </a:lnTo>
                <a:lnTo>
                  <a:pt x="561618" y="83814"/>
                </a:lnTo>
                <a:lnTo>
                  <a:pt x="483235" y="84366"/>
                </a:lnTo>
                <a:lnTo>
                  <a:pt x="404851" y="83814"/>
                </a:lnTo>
                <a:lnTo>
                  <a:pt x="330495" y="82215"/>
                </a:lnTo>
                <a:lnTo>
                  <a:pt x="261160" y="79657"/>
                </a:lnTo>
                <a:lnTo>
                  <a:pt x="197842" y="76227"/>
                </a:lnTo>
                <a:lnTo>
                  <a:pt x="141536" y="72011"/>
                </a:lnTo>
                <a:lnTo>
                  <a:pt x="93236" y="67095"/>
                </a:lnTo>
                <a:lnTo>
                  <a:pt x="53937" y="61568"/>
                </a:lnTo>
                <a:lnTo>
                  <a:pt x="6324" y="49025"/>
                </a:lnTo>
                <a:lnTo>
                  <a:pt x="0" y="42183"/>
                </a:lnTo>
                <a:lnTo>
                  <a:pt x="6324" y="35340"/>
                </a:lnTo>
                <a:lnTo>
                  <a:pt x="53937" y="22797"/>
                </a:lnTo>
                <a:lnTo>
                  <a:pt x="93236" y="17270"/>
                </a:lnTo>
                <a:lnTo>
                  <a:pt x="141536" y="12355"/>
                </a:lnTo>
                <a:lnTo>
                  <a:pt x="197842" y="8138"/>
                </a:lnTo>
                <a:lnTo>
                  <a:pt x="261160" y="4708"/>
                </a:lnTo>
                <a:lnTo>
                  <a:pt x="330495" y="2150"/>
                </a:lnTo>
                <a:lnTo>
                  <a:pt x="404851" y="552"/>
                </a:lnTo>
                <a:lnTo>
                  <a:pt x="483235" y="0"/>
                </a:lnTo>
                <a:lnTo>
                  <a:pt x="561618" y="552"/>
                </a:lnTo>
                <a:lnTo>
                  <a:pt x="635974" y="2150"/>
                </a:lnTo>
                <a:lnTo>
                  <a:pt x="705309" y="4708"/>
                </a:lnTo>
                <a:lnTo>
                  <a:pt x="768626" y="8138"/>
                </a:lnTo>
                <a:lnTo>
                  <a:pt x="824933" y="12355"/>
                </a:lnTo>
                <a:lnTo>
                  <a:pt x="873233" y="17270"/>
                </a:lnTo>
                <a:lnTo>
                  <a:pt x="912531" y="22797"/>
                </a:lnTo>
                <a:lnTo>
                  <a:pt x="960144" y="35340"/>
                </a:lnTo>
                <a:lnTo>
                  <a:pt x="966469" y="42183"/>
                </a:lnTo>
                <a:close/>
              </a:path>
              <a:path w="966470" h="337820">
                <a:moveTo>
                  <a:pt x="966469" y="42183"/>
                </a:moveTo>
                <a:lnTo>
                  <a:pt x="966469" y="295281"/>
                </a:lnTo>
                <a:lnTo>
                  <a:pt x="960144" y="302124"/>
                </a:lnTo>
                <a:lnTo>
                  <a:pt x="912531" y="314667"/>
                </a:lnTo>
                <a:lnTo>
                  <a:pt x="873233" y="320194"/>
                </a:lnTo>
                <a:lnTo>
                  <a:pt x="824933" y="325109"/>
                </a:lnTo>
                <a:lnTo>
                  <a:pt x="768626" y="329326"/>
                </a:lnTo>
                <a:lnTo>
                  <a:pt x="705309" y="332756"/>
                </a:lnTo>
                <a:lnTo>
                  <a:pt x="635974" y="335314"/>
                </a:lnTo>
                <a:lnTo>
                  <a:pt x="561618" y="336913"/>
                </a:lnTo>
                <a:lnTo>
                  <a:pt x="483235" y="337465"/>
                </a:lnTo>
                <a:lnTo>
                  <a:pt x="404851" y="336913"/>
                </a:lnTo>
                <a:lnTo>
                  <a:pt x="330495" y="335314"/>
                </a:lnTo>
                <a:lnTo>
                  <a:pt x="261160" y="332756"/>
                </a:lnTo>
                <a:lnTo>
                  <a:pt x="197842" y="329326"/>
                </a:lnTo>
                <a:lnTo>
                  <a:pt x="141536" y="325109"/>
                </a:lnTo>
                <a:lnTo>
                  <a:pt x="93236" y="320194"/>
                </a:lnTo>
                <a:lnTo>
                  <a:pt x="53937" y="314667"/>
                </a:lnTo>
                <a:lnTo>
                  <a:pt x="6324" y="302124"/>
                </a:lnTo>
                <a:lnTo>
                  <a:pt x="0" y="295281"/>
                </a:lnTo>
                <a:lnTo>
                  <a:pt x="0" y="42183"/>
                </a:lnTo>
              </a:path>
            </a:pathLst>
          </a:custGeom>
          <a:ln w="13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7802523" y="6315827"/>
            <a:ext cx="671969" cy="40841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74922" marR="4611" indent="-63972" defTabSz="829909">
              <a:lnSpc>
                <a:spcPct val="142000"/>
              </a:lnSpc>
              <a:spcBef>
                <a:spcPts val="91"/>
              </a:spcBef>
              <a:defRPr/>
            </a:pPr>
            <a:r>
              <a:rPr sz="908" spc="-36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908" spc="-18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908" spc="-32" dirty="0">
                <a:solidFill>
                  <a:srgbClr val="FFFFFF"/>
                </a:solidFill>
                <a:latin typeface="Arial"/>
                <a:cs typeface="Arial"/>
              </a:rPr>
              <a:t>anda</a:t>
            </a:r>
            <a:r>
              <a:rPr sz="908" spc="-23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908" spc="-32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908" spc="-18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08" spc="-27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908" spc="-32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908" spc="-5" dirty="0">
                <a:solidFill>
                  <a:srgbClr val="FFFFFF"/>
                </a:solidFill>
                <a:latin typeface="Arial"/>
                <a:cs typeface="Arial"/>
              </a:rPr>
              <a:t>d  </a:t>
            </a:r>
            <a:r>
              <a:rPr sz="908" spc="-27" dirty="0">
                <a:solidFill>
                  <a:srgbClr val="FFFFFF"/>
                </a:solidFill>
                <a:latin typeface="Arial"/>
                <a:cs typeface="Arial"/>
              </a:rPr>
              <a:t>Addresses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8100334" y="6207803"/>
            <a:ext cx="73086" cy="1798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1" name="object 22"/>
          <p:cNvSpPr txBox="1"/>
          <p:nvPr/>
        </p:nvSpPr>
        <p:spPr>
          <a:xfrm>
            <a:off x="1431963" y="2279175"/>
            <a:ext cx="4802500" cy="1102143"/>
          </a:xfrm>
          <a:prstGeom prst="rect">
            <a:avLst/>
          </a:prstGeom>
          <a:ln w="13423">
            <a:solidFill>
              <a:srgbClr val="000000"/>
            </a:solidFill>
          </a:ln>
        </p:spPr>
        <p:txBody>
          <a:bodyPr vert="horz" wrap="square" lIns="0" tIns="13254" rIns="0" bIns="0" rtlCol="0">
            <a:spAutoFit/>
          </a:bodyPr>
          <a:lstStyle/>
          <a:p>
            <a:pPr marL="295079" marR="165982" indent="-265110" defTabSz="829909">
              <a:lnSpc>
                <a:spcPts val="1180"/>
              </a:lnSpc>
              <a:spcBef>
                <a:spcPts val="103"/>
              </a:spcBef>
              <a:buClr>
                <a:srgbClr val="375185"/>
              </a:buClr>
              <a:buFont typeface="Arial"/>
              <a:buChar char="•"/>
              <a:tabLst>
                <a:tab pos="295079" algn="l"/>
                <a:tab pos="295655" algn="l"/>
              </a:tabLst>
              <a:defRPr/>
            </a:pPr>
            <a:r>
              <a:rPr sz="998" b="1" spc="-23" dirty="0">
                <a:solidFill>
                  <a:prstClr val="black"/>
                </a:solidFill>
                <a:latin typeface="Arial"/>
                <a:cs typeface="Arial"/>
              </a:rPr>
              <a:t>Elementization </a:t>
            </a:r>
            <a:r>
              <a:rPr sz="998" spc="-5" dirty="0">
                <a:solidFill>
                  <a:prstClr val="black"/>
                </a:solidFill>
                <a:latin typeface="Arial"/>
                <a:cs typeface="Arial"/>
              </a:rPr>
              <a:t>: </a:t>
            </a:r>
            <a:r>
              <a:rPr sz="998" spc="-23" dirty="0">
                <a:solidFill>
                  <a:prstClr val="black"/>
                </a:solidFill>
                <a:latin typeface="Arial"/>
                <a:cs typeface="Arial"/>
              </a:rPr>
              <a:t>Extracting structured </a:t>
            </a:r>
            <a:r>
              <a:rPr sz="998" spc="-27" dirty="0">
                <a:solidFill>
                  <a:prstClr val="black"/>
                </a:solidFill>
                <a:latin typeface="Arial"/>
                <a:cs typeface="Arial"/>
              </a:rPr>
              <a:t>elements </a:t>
            </a:r>
            <a:r>
              <a:rPr sz="998" spc="-14" dirty="0">
                <a:solidFill>
                  <a:prstClr val="black"/>
                </a:solidFill>
                <a:latin typeface="Arial"/>
                <a:cs typeface="Arial"/>
              </a:rPr>
              <a:t>like </a:t>
            </a:r>
            <a:r>
              <a:rPr sz="998" spc="-27" dirty="0">
                <a:solidFill>
                  <a:prstClr val="black"/>
                </a:solidFill>
                <a:latin typeface="Arial"/>
                <a:cs typeface="Arial"/>
              </a:rPr>
              <a:t>door number,  </a:t>
            </a:r>
            <a:r>
              <a:rPr sz="998" spc="-23" dirty="0">
                <a:solidFill>
                  <a:prstClr val="black"/>
                </a:solidFill>
                <a:latin typeface="Arial"/>
                <a:cs typeface="Arial"/>
              </a:rPr>
              <a:t>building </a:t>
            </a:r>
            <a:r>
              <a:rPr sz="998" spc="-27" dirty="0">
                <a:solidFill>
                  <a:prstClr val="black"/>
                </a:solidFill>
                <a:latin typeface="Arial"/>
                <a:cs typeface="Arial"/>
              </a:rPr>
              <a:t>name, </a:t>
            </a:r>
            <a:r>
              <a:rPr sz="998" spc="-23" dirty="0">
                <a:solidFill>
                  <a:prstClr val="black"/>
                </a:solidFill>
                <a:latin typeface="Arial"/>
                <a:cs typeface="Arial"/>
              </a:rPr>
              <a:t>street </a:t>
            </a:r>
            <a:r>
              <a:rPr sz="998" spc="-27" dirty="0">
                <a:solidFill>
                  <a:prstClr val="black"/>
                </a:solidFill>
                <a:latin typeface="Arial"/>
                <a:cs typeface="Arial"/>
              </a:rPr>
              <a:t>name, </a:t>
            </a:r>
            <a:r>
              <a:rPr sz="998" spc="-18" dirty="0">
                <a:solidFill>
                  <a:prstClr val="black"/>
                </a:solidFill>
                <a:latin typeface="Arial"/>
                <a:cs typeface="Arial"/>
              </a:rPr>
              <a:t>city, etc. from an </a:t>
            </a:r>
            <a:r>
              <a:rPr sz="998" spc="-27" dirty="0">
                <a:solidFill>
                  <a:prstClr val="black"/>
                </a:solidFill>
                <a:latin typeface="Arial"/>
                <a:cs typeface="Arial"/>
              </a:rPr>
              <a:t>address</a:t>
            </a:r>
            <a:r>
              <a:rPr sz="998" spc="-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98" spc="-27" dirty="0">
                <a:solidFill>
                  <a:prstClr val="black"/>
                </a:solidFill>
                <a:latin typeface="Arial"/>
                <a:cs typeface="Arial"/>
              </a:rPr>
              <a:t>record</a:t>
            </a:r>
            <a:r>
              <a:rPr sz="998" spc="-27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998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5671" marR="5187" indent="33427" defTabSz="829909">
              <a:lnSpc>
                <a:spcPct val="129099"/>
              </a:lnSpc>
              <a:spcBef>
                <a:spcPts val="50"/>
              </a:spcBef>
              <a:tabLst>
                <a:tab pos="1164179" algn="l"/>
                <a:tab pos="1449460" algn="l"/>
                <a:tab pos="1973917" algn="l"/>
                <a:tab pos="2968079" algn="l"/>
                <a:tab pos="3379576" algn="l"/>
                <a:tab pos="3795683" algn="l"/>
              </a:tabLst>
              <a:defRPr/>
            </a:pPr>
            <a:r>
              <a:rPr sz="998" spc="-23" dirty="0">
                <a:solidFill>
                  <a:prstClr val="black"/>
                </a:solidFill>
                <a:latin typeface="Arial"/>
                <a:cs typeface="Arial"/>
              </a:rPr>
              <a:t>“344</a:t>
            </a:r>
            <a:r>
              <a:rPr sz="998" spc="-4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998" spc="-18" dirty="0">
                <a:solidFill>
                  <a:prstClr val="black"/>
                </a:solidFill>
                <a:latin typeface="Arial"/>
                <a:cs typeface="Arial"/>
              </a:rPr>
              <a:t>Block-</a:t>
            </a:r>
            <a:r>
              <a:rPr sz="998" spc="-18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lang="en-US" sz="998" spc="-18" dirty="0">
                <a:solidFill>
                  <a:prstClr val="black"/>
                </a:solidFill>
                <a:latin typeface="Arial"/>
                <a:cs typeface="Arial"/>
              </a:rPr>
              <a:t>      </a:t>
            </a:r>
            <a:r>
              <a:rPr lang="en-US" sz="998" spc="-18" dirty="0" err="1">
                <a:solidFill>
                  <a:prstClr val="black"/>
                </a:solidFill>
                <a:latin typeface="Arial"/>
                <a:cs typeface="Arial"/>
              </a:rPr>
              <a:t>Aruna</a:t>
            </a:r>
            <a:r>
              <a:rPr lang="en-US" sz="998" spc="-1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998" spc="-18" dirty="0" err="1">
                <a:solidFill>
                  <a:prstClr val="black"/>
                </a:solidFill>
                <a:latin typeface="Arial"/>
                <a:cs typeface="Arial"/>
              </a:rPr>
              <a:t>Asaf</a:t>
            </a:r>
            <a:r>
              <a:rPr lang="en-US" sz="998" spc="-18" dirty="0">
                <a:solidFill>
                  <a:prstClr val="black"/>
                </a:solidFill>
                <a:latin typeface="Arial"/>
                <a:cs typeface="Arial"/>
              </a:rPr>
              <a:t> Ali Rd </a:t>
            </a:r>
            <a:r>
              <a:rPr lang="en-US" sz="998" spc="-18" dirty="0" err="1">
                <a:solidFill>
                  <a:prstClr val="black"/>
                </a:solidFill>
                <a:latin typeface="Arial"/>
                <a:cs typeface="Arial"/>
              </a:rPr>
              <a:t>Sarojini</a:t>
            </a:r>
            <a:r>
              <a:rPr lang="en-US" sz="998" spc="-18" dirty="0">
                <a:solidFill>
                  <a:prstClr val="black"/>
                </a:solidFill>
                <a:latin typeface="Arial"/>
                <a:cs typeface="Arial"/>
              </a:rPr>
              <a:t> Nagar   </a:t>
            </a:r>
            <a:r>
              <a:rPr sz="998" spc="-23" dirty="0">
                <a:solidFill>
                  <a:prstClr val="black"/>
                </a:solidFill>
                <a:latin typeface="Arial"/>
                <a:cs typeface="Arial"/>
              </a:rPr>
              <a:t>New Delhi </a:t>
            </a:r>
            <a:r>
              <a:rPr sz="998" spc="-23" dirty="0" err="1">
                <a:solidFill>
                  <a:prstClr val="black"/>
                </a:solidFill>
                <a:latin typeface="Arial"/>
                <a:cs typeface="Arial"/>
              </a:rPr>
              <a:t>Delhi</a:t>
            </a:r>
            <a:r>
              <a:rPr sz="998" spc="-2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98" spc="-32" dirty="0">
                <a:solidFill>
                  <a:prstClr val="black"/>
                </a:solidFill>
                <a:latin typeface="Arial"/>
                <a:cs typeface="Arial"/>
              </a:rPr>
              <a:t>110070”  </a:t>
            </a:r>
            <a:r>
              <a:rPr sz="998" spc="-27" dirty="0">
                <a:solidFill>
                  <a:prstClr val="black"/>
                </a:solidFill>
                <a:latin typeface="Arial"/>
                <a:cs typeface="Arial"/>
              </a:rPr>
              <a:t>House</a:t>
            </a:r>
            <a:r>
              <a:rPr sz="998" spc="-2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998" spc="-27" dirty="0">
                <a:solidFill>
                  <a:prstClr val="black"/>
                </a:solidFill>
                <a:latin typeface="Arial"/>
                <a:cs typeface="Arial"/>
              </a:rPr>
              <a:t>Number</a:t>
            </a:r>
            <a:r>
              <a:rPr lang="en-US" sz="998" spc="-27" dirty="0">
                <a:solidFill>
                  <a:prstClr val="black"/>
                </a:solidFill>
                <a:latin typeface="Arial"/>
                <a:cs typeface="Arial"/>
              </a:rPr>
              <a:t>     </a:t>
            </a:r>
            <a:r>
              <a:rPr lang="en-US" sz="998" spc="-23" dirty="0">
                <a:solidFill>
                  <a:prstClr val="black"/>
                </a:solidFill>
                <a:latin typeface="Arial"/>
                <a:cs typeface="Arial"/>
              </a:rPr>
              <a:t>Street</a:t>
            </a:r>
            <a:r>
              <a:rPr sz="998" spc="-23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lang="en-US" sz="998" spc="-23" dirty="0">
                <a:solidFill>
                  <a:prstClr val="black"/>
                </a:solidFill>
                <a:latin typeface="Arial"/>
                <a:cs typeface="Arial"/>
              </a:rPr>
              <a:t>              Area</a:t>
            </a:r>
            <a:r>
              <a:rPr sz="998" spc="-23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lang="en-US" sz="998" spc="-23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998" spc="-14" dirty="0">
                <a:solidFill>
                  <a:prstClr val="black"/>
                </a:solidFill>
                <a:latin typeface="Arial"/>
                <a:cs typeface="Arial"/>
              </a:rPr>
              <a:t>City	</a:t>
            </a:r>
            <a:r>
              <a:rPr sz="998" spc="-23" dirty="0">
                <a:solidFill>
                  <a:prstClr val="black"/>
                </a:solidFill>
                <a:latin typeface="Arial"/>
                <a:cs typeface="Arial"/>
              </a:rPr>
              <a:t>State	</a:t>
            </a:r>
            <a:r>
              <a:rPr lang="en-US" sz="998" spc="-23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998" spc="-18" dirty="0">
                <a:solidFill>
                  <a:prstClr val="black"/>
                </a:solidFill>
                <a:latin typeface="Arial"/>
                <a:cs typeface="Arial"/>
              </a:rPr>
              <a:t>Pin</a:t>
            </a:r>
            <a:endParaRPr sz="998" dirty="0">
              <a:solidFill>
                <a:prstClr val="black"/>
              </a:solidFill>
              <a:latin typeface="Arial"/>
              <a:cs typeface="Arial"/>
            </a:endParaRPr>
          </a:p>
          <a:p>
            <a:pPr marL="295079" marR="67430" indent="-265110" defTabSz="829909">
              <a:lnSpc>
                <a:spcPts val="1180"/>
              </a:lnSpc>
              <a:spcBef>
                <a:spcPts val="490"/>
              </a:spcBef>
              <a:buClr>
                <a:srgbClr val="375185"/>
              </a:buClr>
              <a:buFont typeface="Arial"/>
              <a:buChar char="•"/>
              <a:tabLst>
                <a:tab pos="295079" algn="l"/>
                <a:tab pos="295655" algn="l"/>
              </a:tabLst>
              <a:defRPr/>
            </a:pPr>
            <a:r>
              <a:rPr sz="998" b="1" spc="-23" dirty="0">
                <a:solidFill>
                  <a:prstClr val="black"/>
                </a:solidFill>
                <a:latin typeface="Arial"/>
                <a:cs typeface="Arial"/>
              </a:rPr>
              <a:t>Standardization </a:t>
            </a:r>
            <a:r>
              <a:rPr sz="998" spc="-5" dirty="0">
                <a:solidFill>
                  <a:prstClr val="black"/>
                </a:solidFill>
                <a:latin typeface="Arial"/>
                <a:cs typeface="Arial"/>
              </a:rPr>
              <a:t>: </a:t>
            </a:r>
            <a:r>
              <a:rPr lang="en-US" sz="998" spc="-5" dirty="0">
                <a:solidFill>
                  <a:prstClr val="black"/>
                </a:solidFill>
                <a:latin typeface="Arial"/>
                <a:cs typeface="Arial"/>
              </a:rPr>
              <a:t>Transform non-standard keywords (Rd, Rod…) to standard keywords (Road). </a:t>
            </a:r>
            <a:endParaRPr sz="998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739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493" y="275639"/>
            <a:ext cx="11412638" cy="615612"/>
          </a:xfrm>
        </p:spPr>
        <p:txBody>
          <a:bodyPr/>
          <a:lstStyle/>
          <a:p>
            <a:r>
              <a:rPr lang="en-IN" dirty="0" smtClean="0"/>
              <a:t>Home Assignment – 2 marks (Due Date: October 19, 2026)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70390" y="1426596"/>
            <a:ext cx="1113484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800" dirty="0" smtClean="0"/>
              <a:t>Select the addresses from any metro city/state from the electoral data (from Election Commission website or any other source) [the cardinality of Address column should not be less than 10M], and build a look-up dictionary for all variants of Road Type (Rd, St, Street, Road, Path, Marg, Lane,…).</a:t>
            </a:r>
          </a:p>
          <a:p>
            <a:pPr marL="342900" indent="-342900">
              <a:buAutoNum type="arabicPeriod"/>
            </a:pPr>
            <a:endParaRPr lang="en-IN" sz="2800" dirty="0"/>
          </a:p>
          <a:p>
            <a:pPr marL="342900" indent="-342900">
              <a:buAutoNum type="arabicPeriod"/>
            </a:pPr>
            <a:r>
              <a:rPr lang="en-IN" sz="2800" dirty="0" smtClean="0"/>
              <a:t>Marks will be given based on your prompt, data size, and running the reviewed (generated) code on the address data, and building the look-up table/dictionary. You need to highlight where you have made the changes in the LLM generated code.</a:t>
            </a:r>
          </a:p>
        </p:txBody>
      </p:sp>
    </p:spTree>
    <p:extLst>
      <p:ext uri="{BB962C8B-B14F-4D97-AF65-F5344CB8AC3E}">
        <p14:creationId xmlns:p14="http://schemas.microsoft.com/office/powerpoint/2010/main" val="290115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5385816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2416" y="1883664"/>
            <a:ext cx="10332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Lexicons and pattern mining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60704" y="3886200"/>
            <a:ext cx="9326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BD8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messy tokens to robust candidate predicates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400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extraction before RDR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18520" cy="10973"/>
          </a:xfrm>
          <a:prstGeom prst="rect">
            <a:avLst/>
          </a:prstGeom>
          <a:solidFill>
            <a:srgbClr val="DAE2ED"/>
          </a:solidFill>
          <a:ln w="12700">
            <a:solidFill>
              <a:srgbClr val="DAE2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664208"/>
            <a:ext cx="2743200" cy="23551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43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Surface + shape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6384" y="2503083"/>
            <a:ext cx="2377440" cy="162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H171 → alpha+digits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110020 → six digits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2.25OZ → number+unit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11296" y="1664208"/>
            <a:ext cx="2743200" cy="2355159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43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Dictionary matches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94176" y="2511880"/>
            <a:ext cx="2377440" cy="1507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Road / Rd / Marg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Apartments / Towers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New Delhi / Bengaluru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19088" y="1664208"/>
            <a:ext cx="2743200" cy="23551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43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Contextual signals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01968" y="2503083"/>
            <a:ext cx="2377440" cy="1507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Previous token = “Flat”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Next token = “RAM”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Country = India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326880" y="1664208"/>
            <a:ext cx="2743200" cy="2355159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43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Higher-order signals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509760" y="2500305"/>
            <a:ext cx="2377440" cy="1657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Detected City=Delhi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Product category=laptop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Street begins after house no.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5800" y="56875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9E99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Important: longest-phrase dictionary lookup before single-token tagging helps preserve “New Delhi”, “Dry Idea”, “Saki Naka”.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10" dirty="0">
                <a:solidFill>
                  <a:srgbClr val="0A9E99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PATTERN MINING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sub-pattern notation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67512" y="1490472"/>
            <a:ext cx="5120640" cy="4443984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550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SYMBOL DICTIONARY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0392" y="2057400"/>
            <a:ext cx="4754880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B = building-type marker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T = street-type marker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A = area / town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C = city / district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S = state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P = PIN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^ = numeric token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+ = currently unknown token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25896" y="1490472"/>
            <a:ext cx="5477256" cy="4443984"/>
          </a:xfrm>
          <a:prstGeom prst="roundRect">
            <a:avLst>
              <a:gd name="adj" fmla="val 2469"/>
            </a:avLst>
          </a:prstGeom>
          <a:solidFill>
            <a:srgbClr val="DFF6F2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165506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ENCODE DESCRIPTIONS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08776" y="2057400"/>
            <a:ext cx="511149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127 Mahima Towers Mahatma Gandhi Road Calcutta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→ ^+B++TC</a:t>
            </a: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344 Block-C Aruna Asaf Ali Rd Sarojini Nagar New Delhi Delhi 110070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→ symbolic stream; multiword recognition and tokenisation policy must be specified.</a:t>
            </a: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Purpose: mine recurring local contexts.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037" y="178654"/>
            <a:ext cx="6600899" cy="530720"/>
          </a:xfrm>
        </p:spPr>
        <p:txBody>
          <a:bodyPr/>
          <a:lstStyle/>
          <a:p>
            <a:r>
              <a:rPr lang="en-US" dirty="0" smtClean="0"/>
              <a:t>Sub-pattern Mining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428263" y="793547"/>
            <a:ext cx="10162897" cy="5494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9909">
              <a:defRPr/>
            </a:pPr>
            <a:r>
              <a:rPr lang="en-US" sz="1815" dirty="0">
                <a:solidFill>
                  <a:srgbClr val="0000FF"/>
                </a:solidFill>
                <a:latin typeface="Calibri"/>
              </a:rPr>
              <a:t>Input: </a:t>
            </a:r>
            <a:r>
              <a:rPr lang="en-US" sz="1815" dirty="0">
                <a:solidFill>
                  <a:prstClr val="black"/>
                </a:solidFill>
                <a:latin typeface="Calibri"/>
              </a:rPr>
              <a:t>Indian Address Text file, Database Schema, Classification and Lookup Tables, Input Pattern (P)</a:t>
            </a:r>
          </a:p>
          <a:p>
            <a:pPr defTabSz="829909">
              <a:defRPr/>
            </a:pPr>
            <a:r>
              <a:rPr lang="en-US" sz="1815" dirty="0">
                <a:solidFill>
                  <a:srgbClr val="0000FF"/>
                </a:solidFill>
                <a:latin typeface="Calibri"/>
              </a:rPr>
              <a:t>Output: </a:t>
            </a:r>
            <a:r>
              <a:rPr lang="en-US" sz="1815" dirty="0">
                <a:solidFill>
                  <a:prstClr val="black"/>
                </a:solidFill>
                <a:latin typeface="Calibri"/>
              </a:rPr>
              <a:t>Sub-patterns that will assist in writing the rules </a:t>
            </a:r>
          </a:p>
          <a:p>
            <a:pPr defTabSz="829909">
              <a:defRPr/>
            </a:pPr>
            <a:endParaRPr lang="en-US" sz="1815" dirty="0">
              <a:solidFill>
                <a:prstClr val="black"/>
              </a:solidFill>
              <a:latin typeface="Calibri"/>
            </a:endParaRPr>
          </a:p>
          <a:p>
            <a:pPr defTabSz="829909">
              <a:defRPr/>
            </a:pPr>
            <a:r>
              <a:rPr lang="en-US" sz="1815" dirty="0">
                <a:solidFill>
                  <a:srgbClr val="0000FF"/>
                </a:solidFill>
                <a:latin typeface="Calibri"/>
              </a:rPr>
              <a:t>Approach:</a:t>
            </a:r>
          </a:p>
          <a:p>
            <a:pPr marL="259347" indent="-259347" defTabSz="829909">
              <a:buFont typeface="Arial" panose="020B0604020202020204" pitchFamily="34" charset="0"/>
              <a:buChar char="•"/>
              <a:defRPr/>
            </a:pPr>
            <a:r>
              <a:rPr lang="en-US" sz="1815" dirty="0">
                <a:solidFill>
                  <a:prstClr val="black"/>
                </a:solidFill>
                <a:latin typeface="Calibri"/>
              </a:rPr>
              <a:t>A</a:t>
            </a:r>
            <a:r>
              <a:rPr lang="en-US" sz="1815" dirty="0" err="1">
                <a:solidFill>
                  <a:prstClr val="black"/>
                </a:solidFill>
                <a:latin typeface="Calibri"/>
              </a:rPr>
              <a:t>ssume</a:t>
            </a:r>
            <a:r>
              <a:rPr lang="en-US" sz="1815" dirty="0">
                <a:solidFill>
                  <a:prstClr val="black"/>
                </a:solidFill>
                <a:latin typeface="Calibri"/>
              </a:rPr>
              <a:t> we would like to normalize each address(address database schema) into </a:t>
            </a:r>
          </a:p>
          <a:p>
            <a:pPr defTabSz="829909">
              <a:defRPr/>
            </a:pPr>
            <a:r>
              <a:rPr lang="en-US" sz="1634" dirty="0">
                <a:solidFill>
                  <a:prstClr val="black"/>
                </a:solidFill>
                <a:latin typeface="Calibri"/>
              </a:rPr>
              <a:t>	</a:t>
            </a:r>
            <a:r>
              <a:rPr lang="en-US" sz="1452" dirty="0">
                <a:solidFill>
                  <a:prstClr val="black"/>
                </a:solidFill>
                <a:latin typeface="Calibri"/>
              </a:rPr>
              <a:t>ADDRESS(Floor#, House#, </a:t>
            </a:r>
            <a:r>
              <a:rPr lang="en-US" sz="1452" dirty="0" err="1">
                <a:solidFill>
                  <a:prstClr val="black"/>
                </a:solidFill>
                <a:latin typeface="Calibri"/>
              </a:rPr>
              <a:t>Building_Name</a:t>
            </a:r>
            <a:r>
              <a:rPr lang="en-US" sz="1452" dirty="0">
                <a:solidFill>
                  <a:prstClr val="black"/>
                </a:solidFill>
                <a:latin typeface="Calibri"/>
              </a:rPr>
              <a:t>, Landmark, </a:t>
            </a:r>
            <a:r>
              <a:rPr lang="en-US" sz="1452" dirty="0" err="1">
                <a:solidFill>
                  <a:prstClr val="black"/>
                </a:solidFill>
                <a:latin typeface="Calibri"/>
              </a:rPr>
              <a:t>Street_Name</a:t>
            </a:r>
            <a:r>
              <a:rPr lang="en-US" sz="1452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1452" dirty="0" err="1">
                <a:solidFill>
                  <a:prstClr val="black"/>
                </a:solidFill>
                <a:latin typeface="Calibri"/>
              </a:rPr>
              <a:t>Street_Type</a:t>
            </a:r>
            <a:r>
              <a:rPr lang="en-US" sz="1452" dirty="0">
                <a:solidFill>
                  <a:prstClr val="black"/>
                </a:solidFill>
                <a:latin typeface="Calibri"/>
              </a:rPr>
              <a:t>,  Area, City, State, PIN) 				B			       T 	          A         </a:t>
            </a:r>
            <a:r>
              <a:rPr lang="en-US" sz="1452" dirty="0">
                <a:solidFill>
                  <a:prstClr val="black"/>
                </a:solidFill>
                <a:latin typeface="Calibri"/>
              </a:rPr>
              <a:t>C</a:t>
            </a:r>
            <a:r>
              <a:rPr lang="en-US" sz="1452" dirty="0">
                <a:solidFill>
                  <a:prstClr val="black"/>
                </a:solidFill>
                <a:latin typeface="Calibri"/>
              </a:rPr>
              <a:t>       S       P</a:t>
            </a:r>
          </a:p>
          <a:p>
            <a:pPr marL="259347" indent="-259347" defTabSz="829909">
              <a:buFont typeface="Arial" panose="020B0604020202020204" pitchFamily="34" charset="0"/>
              <a:buChar char="•"/>
              <a:defRPr/>
            </a:pPr>
            <a:r>
              <a:rPr lang="en-US" sz="1634" dirty="0">
                <a:solidFill>
                  <a:prstClr val="black"/>
                </a:solidFill>
                <a:latin typeface="Calibri"/>
              </a:rPr>
              <a:t>Convert each address into a pattern using </a:t>
            </a:r>
            <a:r>
              <a:rPr lang="en-US" sz="1634" dirty="0">
                <a:solidFill>
                  <a:prstClr val="black"/>
                </a:solidFill>
                <a:latin typeface="Calibri"/>
              </a:rPr>
              <a:t>Classification and Lookup </a:t>
            </a:r>
            <a:r>
              <a:rPr lang="en-US" sz="1634" dirty="0">
                <a:solidFill>
                  <a:prstClr val="black"/>
                </a:solidFill>
                <a:latin typeface="Calibri"/>
              </a:rPr>
              <a:t>Tables</a:t>
            </a:r>
          </a:p>
          <a:p>
            <a:pPr marL="1107699" lvl="2" indent="-219580" defTabSz="829909">
              <a:spcBef>
                <a:spcPts val="254"/>
              </a:spcBef>
              <a:buClr>
                <a:srgbClr val="000099"/>
              </a:buClr>
              <a:buFont typeface="Arial"/>
              <a:buChar char="–"/>
              <a:tabLst>
                <a:tab pos="1108275" algn="l"/>
              </a:tabLst>
              <a:defRPr/>
            </a:pPr>
            <a:r>
              <a:rPr lang="en-US" sz="1543" i="1" spc="-9" dirty="0">
                <a:solidFill>
                  <a:prstClr val="black"/>
                </a:solidFill>
                <a:latin typeface="Arial"/>
                <a:cs typeface="Arial"/>
              </a:rPr>
              <a:t>Street, Road, Avenue, </a:t>
            </a:r>
            <a:r>
              <a:rPr lang="en-US" sz="1543" i="1" spc="-5" dirty="0">
                <a:solidFill>
                  <a:prstClr val="black"/>
                </a:solidFill>
                <a:latin typeface="Arial"/>
                <a:cs typeface="Arial"/>
              </a:rPr>
              <a:t>Marg, </a:t>
            </a:r>
            <a:r>
              <a:rPr lang="en-US" sz="1543" spc="-5" dirty="0">
                <a:solidFill>
                  <a:prstClr val="black"/>
                </a:solidFill>
                <a:latin typeface="Arial"/>
                <a:cs typeface="Arial"/>
              </a:rPr>
              <a:t>Nagar, </a:t>
            </a:r>
            <a:r>
              <a:rPr lang="en-US" sz="1543" spc="-5" dirty="0">
                <a:solidFill>
                  <a:prstClr val="black"/>
                </a:solidFill>
                <a:latin typeface="Arial"/>
                <a:cs typeface="Arial"/>
              </a:rPr>
              <a:t>Phase</a:t>
            </a:r>
            <a:r>
              <a:rPr lang="en-US" sz="1543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1543" spc="-5" dirty="0">
                <a:solidFill>
                  <a:prstClr val="black"/>
                </a:solidFill>
                <a:latin typeface="Arial"/>
                <a:cs typeface="Arial"/>
              </a:rPr>
              <a:t>are street type markers </a:t>
            </a:r>
            <a:r>
              <a:rPr lang="en-US" sz="1543" spc="-9" dirty="0">
                <a:solidFill>
                  <a:prstClr val="black"/>
                </a:solidFill>
                <a:latin typeface="Arial"/>
                <a:cs typeface="Arial"/>
              </a:rPr>
              <a:t>represented by</a:t>
            </a:r>
            <a:r>
              <a:rPr lang="en-US" sz="1543" spc="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1543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endParaRPr lang="en-US" sz="154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107699" lvl="2" indent="-219580" defTabSz="829909">
              <a:spcBef>
                <a:spcPts val="327"/>
              </a:spcBef>
              <a:buClr>
                <a:srgbClr val="000099"/>
              </a:buClr>
              <a:buFont typeface="Arial"/>
              <a:buChar char="–"/>
              <a:tabLst>
                <a:tab pos="1108275" algn="l"/>
              </a:tabLst>
              <a:defRPr/>
            </a:pPr>
            <a:r>
              <a:rPr lang="en-US" sz="1543" i="1" spc="-9" dirty="0">
                <a:solidFill>
                  <a:prstClr val="black"/>
                </a:solidFill>
                <a:latin typeface="Arial"/>
                <a:cs typeface="Arial"/>
              </a:rPr>
              <a:t>Building, Towers, </a:t>
            </a:r>
            <a:r>
              <a:rPr lang="en-US" sz="1543" i="1" spc="-9" dirty="0" err="1">
                <a:solidFill>
                  <a:prstClr val="black"/>
                </a:solidFill>
                <a:latin typeface="Arial"/>
                <a:cs typeface="Arial"/>
              </a:rPr>
              <a:t>Bunglow</a:t>
            </a:r>
            <a:r>
              <a:rPr lang="en-US" sz="1543" i="1" spc="-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1543" spc="-5" dirty="0">
                <a:solidFill>
                  <a:prstClr val="black"/>
                </a:solidFill>
                <a:latin typeface="Arial"/>
                <a:cs typeface="Arial"/>
              </a:rPr>
              <a:t>are </a:t>
            </a:r>
            <a:r>
              <a:rPr lang="en-US" sz="1543" spc="-9" dirty="0">
                <a:solidFill>
                  <a:prstClr val="black"/>
                </a:solidFill>
                <a:latin typeface="Arial"/>
                <a:cs typeface="Arial"/>
              </a:rPr>
              <a:t>building </a:t>
            </a:r>
            <a:r>
              <a:rPr lang="en-US" sz="1543" spc="-5" dirty="0">
                <a:solidFill>
                  <a:prstClr val="black"/>
                </a:solidFill>
                <a:latin typeface="Arial"/>
                <a:cs typeface="Arial"/>
              </a:rPr>
              <a:t>type markers </a:t>
            </a:r>
            <a:r>
              <a:rPr lang="en-US" sz="1543" spc="-9" dirty="0">
                <a:solidFill>
                  <a:prstClr val="black"/>
                </a:solidFill>
                <a:latin typeface="Arial"/>
                <a:cs typeface="Arial"/>
              </a:rPr>
              <a:t>represented by</a:t>
            </a:r>
            <a:r>
              <a:rPr lang="en-US" sz="1543" spc="2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1543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</a:p>
          <a:p>
            <a:pPr marL="1107699" lvl="2" indent="-219580" defTabSz="829909">
              <a:spcBef>
                <a:spcPts val="327"/>
              </a:spcBef>
              <a:buClr>
                <a:srgbClr val="000099"/>
              </a:buClr>
              <a:buFont typeface="Arial"/>
              <a:buChar char="–"/>
              <a:tabLst>
                <a:tab pos="1108275" algn="l"/>
              </a:tabLst>
              <a:defRPr/>
            </a:pPr>
            <a:r>
              <a:rPr lang="en-US" sz="1543" spc="-5" dirty="0">
                <a:solidFill>
                  <a:prstClr val="black"/>
                </a:solidFill>
                <a:latin typeface="Arial"/>
                <a:cs typeface="Arial"/>
              </a:rPr>
              <a:t>Tables for Area/Town (A), City/District (C), State (S), PIN (P)</a:t>
            </a:r>
          </a:p>
          <a:p>
            <a:pPr marL="1107699" lvl="2" indent="-219580" defTabSz="829909">
              <a:spcBef>
                <a:spcPts val="327"/>
              </a:spcBef>
              <a:buClr>
                <a:srgbClr val="000099"/>
              </a:buClr>
              <a:buFont typeface="Arial"/>
              <a:buChar char="–"/>
              <a:tabLst>
                <a:tab pos="1108275" algn="l"/>
              </a:tabLst>
              <a:defRPr/>
            </a:pPr>
            <a:r>
              <a:rPr lang="en-US" sz="1543" spc="-5" dirty="0">
                <a:solidFill>
                  <a:prstClr val="black"/>
                </a:solidFill>
                <a:latin typeface="Arial"/>
                <a:cs typeface="Arial"/>
              </a:rPr>
              <a:t>+ </a:t>
            </a:r>
            <a:r>
              <a:rPr lang="en-US" sz="1543" spc="-9" dirty="0">
                <a:solidFill>
                  <a:prstClr val="black"/>
                </a:solidFill>
                <a:latin typeface="Arial"/>
                <a:cs typeface="Arial"/>
              </a:rPr>
              <a:t>represents unknown word, </a:t>
            </a:r>
            <a:r>
              <a:rPr lang="en-US" sz="1543" spc="-5" dirty="0">
                <a:solidFill>
                  <a:prstClr val="black"/>
                </a:solidFill>
                <a:latin typeface="Arial"/>
                <a:cs typeface="Arial"/>
              </a:rPr>
              <a:t>^ </a:t>
            </a:r>
            <a:r>
              <a:rPr lang="en-US" sz="1543" spc="-9" dirty="0">
                <a:solidFill>
                  <a:prstClr val="black"/>
                </a:solidFill>
                <a:latin typeface="Arial"/>
                <a:cs typeface="Arial"/>
              </a:rPr>
              <a:t>represents numeric  </a:t>
            </a:r>
            <a:r>
              <a:rPr lang="en-US" sz="1543" spc="-9" dirty="0">
                <a:solidFill>
                  <a:prstClr val="black"/>
                </a:solidFill>
                <a:latin typeface="Arial"/>
                <a:cs typeface="Arial"/>
              </a:rPr>
              <a:t>token</a:t>
            </a:r>
          </a:p>
          <a:p>
            <a:pPr marL="732510" lvl="1" indent="-259347" defTabSz="829909">
              <a:spcBef>
                <a:spcPts val="327"/>
              </a:spcBef>
              <a:buClr>
                <a:srgbClr val="000099"/>
              </a:buClr>
              <a:buFont typeface="Arial" panose="020B0604020202020204" pitchFamily="34" charset="0"/>
              <a:buChar char="•"/>
              <a:tabLst>
                <a:tab pos="1108275" algn="l"/>
              </a:tabLst>
              <a:defRPr/>
            </a:pPr>
            <a:r>
              <a:rPr lang="en-IN" sz="1543" i="1" spc="-9" dirty="0">
                <a:solidFill>
                  <a:prstClr val="black"/>
                </a:solidFill>
                <a:latin typeface="Arial"/>
                <a:cs typeface="Arial"/>
              </a:rPr>
              <a:t>127 </a:t>
            </a:r>
            <a:r>
              <a:rPr lang="en-IN" sz="1543" i="1" spc="-9" dirty="0" err="1">
                <a:solidFill>
                  <a:prstClr val="black"/>
                </a:solidFill>
                <a:latin typeface="Arial"/>
                <a:cs typeface="Arial"/>
              </a:rPr>
              <a:t>Mahima</a:t>
            </a:r>
            <a:r>
              <a:rPr lang="en-IN" sz="1543" i="1" spc="-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IN" sz="1543" i="1" spc="-9" dirty="0">
                <a:solidFill>
                  <a:srgbClr val="0070C0"/>
                </a:solidFill>
                <a:latin typeface="Arial"/>
                <a:cs typeface="Arial"/>
              </a:rPr>
              <a:t>Towers</a:t>
            </a:r>
            <a:r>
              <a:rPr lang="en-IN" sz="1543" i="1" spc="-9" dirty="0">
                <a:solidFill>
                  <a:prstClr val="black"/>
                </a:solidFill>
                <a:latin typeface="Arial"/>
                <a:cs typeface="Arial"/>
              </a:rPr>
              <a:t> Mahatma Gandhi </a:t>
            </a:r>
            <a:r>
              <a:rPr lang="en-IN" sz="1543" i="1" spc="-9" dirty="0">
                <a:solidFill>
                  <a:srgbClr val="0070C0"/>
                </a:solidFill>
                <a:latin typeface="Arial"/>
                <a:cs typeface="Arial"/>
              </a:rPr>
              <a:t>Road</a:t>
            </a:r>
            <a:r>
              <a:rPr lang="en-IN" sz="1543" i="1" spc="-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IN" sz="1543" i="1" spc="-9" dirty="0">
                <a:solidFill>
                  <a:srgbClr val="0070C0"/>
                </a:solidFill>
                <a:latin typeface="Arial"/>
                <a:cs typeface="Arial"/>
              </a:rPr>
              <a:t>Calcutta </a:t>
            </a:r>
            <a:r>
              <a:rPr lang="en-US" sz="1452" spc="-18" dirty="0">
                <a:solidFill>
                  <a:prstClr val="black"/>
                </a:solidFill>
                <a:latin typeface="Arial"/>
                <a:cs typeface="Arial"/>
              </a:rPr>
              <a:t>→</a:t>
            </a:r>
            <a:r>
              <a:rPr lang="en-IN" sz="1543" i="1" spc="-9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IN" sz="1634" i="1" spc="-9" dirty="0">
                <a:solidFill>
                  <a:prstClr val="black"/>
                </a:solidFill>
                <a:latin typeface="Arial"/>
                <a:cs typeface="Arial"/>
              </a:rPr>
              <a:t>^+B++</a:t>
            </a:r>
            <a:r>
              <a:rPr lang="en-IN" sz="1634" i="1" spc="-9" dirty="0">
                <a:solidFill>
                  <a:prstClr val="black"/>
                </a:solidFill>
                <a:latin typeface="Arial"/>
                <a:cs typeface="Arial"/>
              </a:rPr>
              <a:t>TC</a:t>
            </a:r>
            <a:endParaRPr lang="en-US" sz="1634" dirty="0">
              <a:solidFill>
                <a:srgbClr val="0070C0"/>
              </a:solidFill>
              <a:latin typeface="Calibri"/>
            </a:endParaRPr>
          </a:p>
          <a:p>
            <a:pPr marL="732510" lvl="1" indent="-259347" defTabSz="829909">
              <a:spcBef>
                <a:spcPts val="327"/>
              </a:spcBef>
              <a:buClr>
                <a:srgbClr val="000099"/>
              </a:buClr>
              <a:buFont typeface="Arial" panose="020B0604020202020204" pitchFamily="34" charset="0"/>
              <a:buChar char="•"/>
              <a:tabLst>
                <a:tab pos="1108275" algn="l"/>
              </a:tabLst>
              <a:defRPr/>
            </a:pPr>
            <a:r>
              <a:rPr lang="en-IN" sz="1452" spc="-23" dirty="0">
                <a:solidFill>
                  <a:srgbClr val="0070C0"/>
                </a:solidFill>
                <a:latin typeface="Arial"/>
                <a:cs typeface="Arial"/>
              </a:rPr>
              <a:t>344</a:t>
            </a:r>
            <a:r>
              <a:rPr lang="en-IN" sz="1452" spc="-41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lang="en-IN" sz="1452" spc="-18" dirty="0">
                <a:solidFill>
                  <a:prstClr val="black"/>
                </a:solidFill>
                <a:latin typeface="Arial"/>
                <a:cs typeface="Arial"/>
              </a:rPr>
              <a:t>Block-C  </a:t>
            </a:r>
            <a:r>
              <a:rPr lang="en-IN" sz="1452" spc="-18" dirty="0" err="1">
                <a:solidFill>
                  <a:prstClr val="black"/>
                </a:solidFill>
                <a:latin typeface="Arial"/>
                <a:cs typeface="Arial"/>
              </a:rPr>
              <a:t>Aruna</a:t>
            </a:r>
            <a:r>
              <a:rPr lang="en-IN" sz="1452" spc="-1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IN" sz="1452" spc="-18" dirty="0" err="1">
                <a:solidFill>
                  <a:prstClr val="black"/>
                </a:solidFill>
                <a:latin typeface="Arial"/>
                <a:cs typeface="Arial"/>
              </a:rPr>
              <a:t>Asaf</a:t>
            </a:r>
            <a:r>
              <a:rPr lang="en-IN" sz="1452" spc="-18" dirty="0">
                <a:solidFill>
                  <a:prstClr val="black"/>
                </a:solidFill>
                <a:latin typeface="Arial"/>
                <a:cs typeface="Arial"/>
              </a:rPr>
              <a:t> Ali </a:t>
            </a:r>
            <a:r>
              <a:rPr lang="en-IN" sz="1452" spc="-18" dirty="0">
                <a:solidFill>
                  <a:srgbClr val="0070C0"/>
                </a:solidFill>
                <a:latin typeface="Arial"/>
                <a:cs typeface="Arial"/>
              </a:rPr>
              <a:t>Rd</a:t>
            </a:r>
            <a:r>
              <a:rPr lang="en-IN" sz="1452" spc="-1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IN" sz="1452" spc="-18" dirty="0" err="1">
                <a:solidFill>
                  <a:prstClr val="black"/>
                </a:solidFill>
                <a:latin typeface="Arial"/>
                <a:cs typeface="Arial"/>
              </a:rPr>
              <a:t>Sarojini</a:t>
            </a:r>
            <a:r>
              <a:rPr lang="en-IN" sz="1452" spc="-18" dirty="0">
                <a:solidFill>
                  <a:prstClr val="black"/>
                </a:solidFill>
                <a:latin typeface="Arial"/>
                <a:cs typeface="Arial"/>
              </a:rPr>
              <a:t> Nagar </a:t>
            </a:r>
            <a:r>
              <a:rPr lang="en-IN" sz="1452" spc="-23" dirty="0">
                <a:solidFill>
                  <a:srgbClr val="0070C0"/>
                </a:solidFill>
                <a:latin typeface="Arial"/>
                <a:cs typeface="Arial"/>
              </a:rPr>
              <a:t>New </a:t>
            </a:r>
            <a:r>
              <a:rPr lang="en-IN" sz="1452" spc="-23" dirty="0">
                <a:solidFill>
                  <a:srgbClr val="0070C0"/>
                </a:solidFill>
                <a:latin typeface="Arial"/>
                <a:cs typeface="Arial"/>
              </a:rPr>
              <a:t>Delhi </a:t>
            </a:r>
            <a:r>
              <a:rPr lang="en-IN" sz="1452" spc="-23" dirty="0" err="1">
                <a:solidFill>
                  <a:prstClr val="black"/>
                </a:solidFill>
                <a:latin typeface="Arial"/>
                <a:cs typeface="Arial"/>
              </a:rPr>
              <a:t>Delhi</a:t>
            </a:r>
            <a:r>
              <a:rPr lang="en-IN" sz="1452" spc="-2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IN" sz="1452" spc="-32" dirty="0">
                <a:solidFill>
                  <a:srgbClr val="0070C0"/>
                </a:solidFill>
                <a:latin typeface="Arial"/>
                <a:cs typeface="Arial"/>
              </a:rPr>
              <a:t>110070 </a:t>
            </a:r>
            <a:r>
              <a:rPr lang="en-US" sz="1452" spc="-18" dirty="0">
                <a:solidFill>
                  <a:prstClr val="black"/>
                </a:solidFill>
                <a:latin typeface="Arial"/>
                <a:cs typeface="Arial"/>
              </a:rPr>
              <a:t>→</a:t>
            </a:r>
            <a:r>
              <a:rPr lang="en-IN" sz="1452" spc="-32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IN" sz="1452" spc="-23" dirty="0">
                <a:solidFill>
                  <a:prstClr val="black"/>
                </a:solidFill>
                <a:latin typeface="Arial"/>
                <a:cs typeface="Arial"/>
              </a:rPr>
              <a:t>^++++</a:t>
            </a:r>
            <a:r>
              <a:rPr lang="en-IN" sz="1452" spc="-23" dirty="0">
                <a:solidFill>
                  <a:prstClr val="black"/>
                </a:solidFill>
                <a:latin typeface="Arial"/>
                <a:cs typeface="Arial"/>
              </a:rPr>
              <a:t>T+ACSP</a:t>
            </a:r>
            <a:endParaRPr lang="en-IN" sz="1452" spc="-32" dirty="0">
              <a:solidFill>
                <a:srgbClr val="0070C0"/>
              </a:solidFill>
              <a:latin typeface="Arial"/>
              <a:cs typeface="Arial"/>
            </a:endParaRPr>
          </a:p>
          <a:p>
            <a:pPr marL="732510" lvl="1" indent="-259347" defTabSz="829909">
              <a:spcBef>
                <a:spcPts val="327"/>
              </a:spcBef>
              <a:buClr>
                <a:srgbClr val="000099"/>
              </a:buClr>
              <a:buFont typeface="Arial" panose="020B0604020202020204" pitchFamily="34" charset="0"/>
              <a:buChar char="•"/>
              <a:tabLst>
                <a:tab pos="1108275" algn="l"/>
              </a:tabLst>
              <a:defRPr/>
            </a:pPr>
            <a:r>
              <a:rPr lang="en-US" sz="1452" spc="-18" dirty="0">
                <a:solidFill>
                  <a:prstClr val="black"/>
                </a:solidFill>
                <a:latin typeface="Arial"/>
                <a:cs typeface="Arial"/>
              </a:rPr>
              <a:t>123 </a:t>
            </a:r>
            <a:r>
              <a:rPr lang="en-US" sz="1452" spc="-18" dirty="0">
                <a:solidFill>
                  <a:srgbClr val="0070C0"/>
                </a:solidFill>
                <a:latin typeface="Arial"/>
                <a:cs typeface="Arial"/>
              </a:rPr>
              <a:t>IIIT Delhi</a:t>
            </a:r>
            <a:r>
              <a:rPr lang="en-US" sz="1452" spc="-2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1452" spc="-18" dirty="0" err="1">
                <a:solidFill>
                  <a:srgbClr val="0070C0"/>
                </a:solidFill>
                <a:latin typeface="Arial"/>
                <a:cs typeface="Arial"/>
              </a:rPr>
              <a:t>Okhala</a:t>
            </a:r>
            <a:r>
              <a:rPr lang="en-US" sz="1452" spc="-18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1452" spc="-18" dirty="0">
                <a:solidFill>
                  <a:srgbClr val="0070C0"/>
                </a:solidFill>
                <a:latin typeface="Arial"/>
                <a:cs typeface="Arial"/>
              </a:rPr>
              <a:t>Phase-3</a:t>
            </a:r>
            <a:r>
              <a:rPr lang="en-US" sz="1452" spc="-27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1452" spc="-23" dirty="0">
                <a:solidFill>
                  <a:prstClr val="black"/>
                </a:solidFill>
                <a:latin typeface="Arial"/>
                <a:cs typeface="Arial"/>
              </a:rPr>
              <a:t>New </a:t>
            </a:r>
            <a:r>
              <a:rPr lang="en-US" sz="1452" spc="-23" dirty="0">
                <a:solidFill>
                  <a:prstClr val="black"/>
                </a:solidFill>
                <a:latin typeface="Arial"/>
                <a:cs typeface="Arial"/>
              </a:rPr>
              <a:t>Delhi </a:t>
            </a:r>
            <a:r>
              <a:rPr lang="en-US" sz="1452" spc="-10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1452" spc="-27" dirty="0">
                <a:solidFill>
                  <a:srgbClr val="0070C0"/>
                </a:solidFill>
                <a:latin typeface="Arial"/>
                <a:cs typeface="Arial"/>
              </a:rPr>
              <a:t>110020 </a:t>
            </a:r>
          </a:p>
          <a:p>
            <a:pPr marL="3377847" lvl="8" defTabSz="829909">
              <a:spcBef>
                <a:spcPts val="327"/>
              </a:spcBef>
              <a:buClr>
                <a:srgbClr val="000099"/>
              </a:buClr>
              <a:tabLst>
                <a:tab pos="1108275" algn="l"/>
              </a:tabLst>
              <a:defRPr/>
            </a:pPr>
            <a:r>
              <a:rPr lang="en-US" sz="1452" spc="-27" dirty="0">
                <a:solidFill>
                  <a:srgbClr val="0070C0"/>
                </a:solidFill>
                <a:latin typeface="Arial"/>
                <a:cs typeface="Arial"/>
              </a:rPr>
              <a:t>	</a:t>
            </a:r>
            <a:r>
              <a:rPr lang="en-US" sz="1452" spc="-27" dirty="0">
                <a:solidFill>
                  <a:srgbClr val="0070C0"/>
                </a:solidFill>
                <a:latin typeface="Arial"/>
                <a:cs typeface="Arial"/>
              </a:rPr>
              <a:t>	</a:t>
            </a:r>
            <a:r>
              <a:rPr lang="en-US" sz="1452" spc="-18" dirty="0">
                <a:solidFill>
                  <a:prstClr val="black"/>
                </a:solidFill>
                <a:latin typeface="Arial"/>
                <a:cs typeface="Arial"/>
              </a:rPr>
              <a:t>→ </a:t>
            </a:r>
            <a:r>
              <a:rPr lang="en-US" sz="1452" spc="-27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1452" spc="-18" dirty="0">
                <a:solidFill>
                  <a:prstClr val="black"/>
                </a:solidFill>
                <a:latin typeface="Arial"/>
                <a:cs typeface="Arial"/>
              </a:rPr>
              <a:t>^+</a:t>
            </a:r>
            <a:r>
              <a:rPr lang="en-US" sz="1452" spc="-18" dirty="0">
                <a:solidFill>
                  <a:prstClr val="black"/>
                </a:solidFill>
                <a:latin typeface="Arial"/>
                <a:cs typeface="Arial"/>
              </a:rPr>
              <a:t>SACP</a:t>
            </a:r>
          </a:p>
          <a:p>
            <a:pPr marL="732510" lvl="1" indent="-259347" defTabSz="829909">
              <a:spcBef>
                <a:spcPts val="327"/>
              </a:spcBef>
              <a:buClr>
                <a:srgbClr val="000099"/>
              </a:buClr>
              <a:buFont typeface="Arial" panose="020B0604020202020204" pitchFamily="34" charset="0"/>
              <a:buChar char="•"/>
              <a:tabLst>
                <a:tab pos="1108275" algn="l"/>
              </a:tabLst>
              <a:defRPr/>
            </a:pPr>
            <a:endParaRPr lang="en-US" sz="1452" spc="-32" dirty="0">
              <a:solidFill>
                <a:prstClr val="black"/>
              </a:solidFill>
              <a:latin typeface="Arial"/>
              <a:cs typeface="Arial"/>
            </a:endParaRPr>
          </a:p>
          <a:p>
            <a:pPr marL="259347" indent="-259347" defTabSz="829909">
              <a:buFont typeface="Arial" panose="020B0604020202020204" pitchFamily="34" charset="0"/>
              <a:buChar char="•"/>
              <a:defRPr/>
            </a:pPr>
            <a:r>
              <a:rPr lang="en-US" sz="1815" spc="-32" dirty="0">
                <a:solidFill>
                  <a:prstClr val="black"/>
                </a:solidFill>
                <a:latin typeface="Arial"/>
                <a:cs typeface="Arial"/>
              </a:rPr>
              <a:t>Find a sub-pattern for writing the rules</a:t>
            </a:r>
          </a:p>
          <a:p>
            <a:pPr marL="259347" indent="-259347" defTabSz="829909">
              <a:buFont typeface="Arial" panose="020B0604020202020204" pitchFamily="34" charset="0"/>
              <a:buChar char="•"/>
              <a:defRPr/>
            </a:pPr>
            <a:endParaRPr lang="en-US" sz="1815" spc="-32" dirty="0">
              <a:solidFill>
                <a:prstClr val="black"/>
              </a:solidFill>
              <a:latin typeface="Arial"/>
              <a:cs typeface="Arial"/>
            </a:endParaRPr>
          </a:p>
          <a:p>
            <a:pPr marL="259347" indent="-259347" defTabSz="829909">
              <a:buFont typeface="Arial" panose="020B0604020202020204" pitchFamily="34" charset="0"/>
              <a:buChar char="•"/>
              <a:defRPr/>
            </a:pPr>
            <a:r>
              <a:rPr lang="en-US" sz="1815" spc="-32" dirty="0">
                <a:solidFill>
                  <a:prstClr val="black"/>
                </a:solidFill>
                <a:latin typeface="Arial"/>
                <a:cs typeface="Arial"/>
              </a:rPr>
              <a:t>Rules size will be very large… so need some method to manage such large rules.</a:t>
            </a:r>
            <a:endParaRPr lang="en-IN" sz="1815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169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400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pattern frequency to a decision rule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18520" cy="10973"/>
          </a:xfrm>
          <a:prstGeom prst="rect">
            <a:avLst/>
          </a:prstGeom>
          <a:solidFill>
            <a:srgbClr val="DAE2ED"/>
          </a:solidFill>
          <a:ln w="12700">
            <a:solidFill>
              <a:srgbClr val="DAE2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92824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7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IIA  ·  COMPOSITE ATTRIBUTE NORMALISATION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92256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039112"/>
            <a:ext cx="2871216" cy="1115568"/>
          </a:xfrm>
          <a:prstGeom prst="roundRect">
            <a:avLst>
              <a:gd name="adj" fmla="val 9836"/>
            </a:avLst>
          </a:prstGeom>
          <a:solidFill>
            <a:srgbClr val="EAF2FB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30552"/>
            <a:ext cx="2633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^ + B + + T 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246888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Observed repeated address pattern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45152" y="2039112"/>
            <a:ext cx="2926080" cy="1115568"/>
          </a:xfrm>
          <a:prstGeom prst="roundRect">
            <a:avLst>
              <a:gd name="adj" fmla="val 9836"/>
            </a:avLst>
          </a:prstGeom>
          <a:solidFill>
            <a:srgbClr val="DFF6F2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2130552"/>
            <a:ext cx="2688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Candidate predicate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64024" y="2468880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IF </a:t>
            </a:r>
            <a:r>
              <a:rPr lang="en-US" sz="2000" dirty="0" smtClean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token</a:t>
            </a:r>
            <a:r>
              <a:rPr lang="el-GR" sz="2400" spc="80" dirty="0">
                <a:solidFill>
                  <a:srgbClr val="464653"/>
                </a:solidFill>
                <a:ea typeface="Lucida Sans Unicode"/>
                <a:cs typeface="Lucida Sans Unicode"/>
              </a:rPr>
              <a:t> ε </a:t>
            </a:r>
            <a:r>
              <a:rPr lang="en-US" sz="2000" dirty="0" smtClean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ROAD_DICT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759952" y="2039112"/>
            <a:ext cx="2578608" cy="1115568"/>
          </a:xfrm>
          <a:prstGeom prst="roundRect">
            <a:avLst>
              <a:gd name="adj" fmla="val 9836"/>
            </a:avLst>
          </a:prstGeom>
          <a:solidFill>
            <a:srgbClr val="FFF4E6"/>
          </a:solidFill>
          <a:ln w="10160">
            <a:solidFill>
              <a:srgbClr val="DA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78824" y="2130552"/>
            <a:ext cx="2340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43B"/>
                </a:solidFill>
                <a:ea typeface="Aptos" pitchFamily="34" charset="-122"/>
                <a:cs typeface="Aptos" pitchFamily="34" charset="-120"/>
              </a:rPr>
              <a:t>Expert tests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78824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344B"/>
                </a:solidFill>
                <a:ea typeface="Aptos" pitchFamily="34" charset="-122"/>
                <a:cs typeface="Aptos" pitchFamily="34" charset="-120"/>
              </a:rPr>
              <a:t>Correct / exception?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39312" y="2624328"/>
            <a:ext cx="941832" cy="0"/>
          </a:xfrm>
          <a:prstGeom prst="line">
            <a:avLst/>
          </a:prstGeom>
          <a:noFill/>
          <a:ln w="20320">
            <a:solidFill>
              <a:srgbClr val="6677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2624328"/>
            <a:ext cx="1051560" cy="0"/>
          </a:xfrm>
          <a:prstGeom prst="line">
            <a:avLst/>
          </a:prstGeom>
          <a:noFill/>
          <a:ln w="20320">
            <a:solidFill>
              <a:srgbClr val="66778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32688" y="3995928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directly replace the pattern with a rule? </a:t>
            </a:r>
            <a:endParaRPr lang="en-US" sz="2000" b="1" dirty="0" smtClean="0">
              <a:solidFill>
                <a:srgbClr val="10243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2000" b="1" dirty="0" smtClean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</a:t>
            </a:r>
            <a:r>
              <a:rPr lang="en-US" sz="20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“Road” could be part of a landmark, a building name or a street type depending on context.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5385816"/>
          </a:xfrm>
          <a:prstGeom prst="rect">
            <a:avLst/>
          </a:prstGeom>
          <a:solidFill>
            <a:srgbClr val="0A9E99"/>
          </a:solidFill>
          <a:ln w="12700">
            <a:solidFill>
              <a:srgbClr val="0A9E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2416" y="1883664"/>
            <a:ext cx="10332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Ripple Down Rules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60704" y="3886200"/>
            <a:ext cx="9326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BD8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knowledge by appending contextual exceptions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531684" y="524436"/>
            <a:ext cx="9416783" cy="4627646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96823" defTabSz="829909">
              <a:spcBef>
                <a:spcPts val="91"/>
              </a:spcBef>
              <a:defRPr/>
            </a:pPr>
            <a:r>
              <a:rPr sz="2541" b="1" spc="5" dirty="0">
                <a:solidFill>
                  <a:prstClr val="black"/>
                </a:solidFill>
                <a:latin typeface="Times New Roman"/>
                <a:cs typeface="Times New Roman"/>
              </a:rPr>
              <a:t>Ripple </a:t>
            </a:r>
            <a:r>
              <a:rPr sz="2541" b="1" spc="5" dirty="0">
                <a:solidFill>
                  <a:prstClr val="black"/>
                </a:solidFill>
                <a:latin typeface="Times New Roman"/>
                <a:cs typeface="Times New Roman"/>
              </a:rPr>
              <a:t>Down Rules</a:t>
            </a:r>
            <a:r>
              <a:rPr sz="2541" b="1" spc="91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541" b="1" spc="9" dirty="0">
                <a:solidFill>
                  <a:prstClr val="black"/>
                </a:solidFill>
                <a:latin typeface="Times New Roman"/>
                <a:cs typeface="Times New Roman"/>
              </a:rPr>
              <a:t>(RDR</a:t>
            </a:r>
            <a:r>
              <a:rPr sz="2541" b="1" spc="9" dirty="0">
                <a:solidFill>
                  <a:prstClr val="black"/>
                </a:solidFill>
                <a:latin typeface="Times New Roman"/>
                <a:cs typeface="Times New Roman"/>
              </a:rPr>
              <a:t>)</a:t>
            </a:r>
            <a:r>
              <a:rPr lang="en-US" sz="2541" b="1" spc="9" dirty="0">
                <a:solidFill>
                  <a:prstClr val="black"/>
                </a:solidFill>
                <a:latin typeface="Times New Roman"/>
                <a:cs typeface="Times New Roman"/>
              </a:rPr>
              <a:t> – Managing Rules</a:t>
            </a:r>
          </a:p>
          <a:p>
            <a:pPr marL="96823" defTabSz="829909">
              <a:spcBef>
                <a:spcPts val="91"/>
              </a:spcBef>
              <a:defRPr/>
            </a:pPr>
            <a:endParaRPr sz="2541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0032" marR="4611" indent="-329082" defTabSz="829909">
              <a:spcBef>
                <a:spcPts val="1743"/>
              </a:spcBef>
              <a:buClr>
                <a:srgbClr val="000099"/>
              </a:buClr>
              <a:buSzPct val="80000"/>
              <a:buFont typeface="Wingdings"/>
              <a:buChar char=""/>
              <a:tabLst>
                <a:tab pos="340032" algn="l"/>
                <a:tab pos="340609" algn="l"/>
              </a:tabLst>
              <a:defRPr/>
            </a:pPr>
            <a:r>
              <a:rPr sz="1815" spc="14" dirty="0">
                <a:solidFill>
                  <a:srgbClr val="385083"/>
                </a:solidFill>
                <a:latin typeface="Arial"/>
                <a:cs typeface="Arial"/>
              </a:rPr>
              <a:t>Knowledge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acquisition </a:t>
            </a:r>
            <a:r>
              <a:rPr sz="1815" spc="14" dirty="0">
                <a:solidFill>
                  <a:srgbClr val="385083"/>
                </a:solidFill>
                <a:latin typeface="Arial"/>
                <a:cs typeface="Arial"/>
              </a:rPr>
              <a:t>methodology: </a:t>
            </a:r>
            <a:r>
              <a:rPr sz="1815" spc="5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815" spc="14" dirty="0">
                <a:solidFill>
                  <a:prstClr val="black"/>
                </a:solidFill>
                <a:latin typeface="Arial"/>
                <a:cs typeface="Arial"/>
              </a:rPr>
              <a:t>human </a:t>
            </a:r>
            <a:r>
              <a:rPr sz="1815" spc="9" dirty="0">
                <a:solidFill>
                  <a:prstClr val="black"/>
                </a:solidFill>
                <a:latin typeface="Arial"/>
                <a:cs typeface="Arial"/>
              </a:rPr>
              <a:t>expert’s  </a:t>
            </a:r>
            <a:r>
              <a:rPr sz="1815" spc="14" dirty="0">
                <a:solidFill>
                  <a:prstClr val="black"/>
                </a:solidFill>
                <a:latin typeface="Arial"/>
                <a:cs typeface="Arial"/>
              </a:rPr>
              <a:t>knowledge </a:t>
            </a:r>
            <a:r>
              <a:rPr sz="1815" spc="5" dirty="0">
                <a:solidFill>
                  <a:prstClr val="black"/>
                </a:solidFill>
                <a:latin typeface="Arial"/>
                <a:cs typeface="Arial"/>
              </a:rPr>
              <a:t>is </a:t>
            </a:r>
            <a:r>
              <a:rPr sz="1815" spc="9" dirty="0">
                <a:solidFill>
                  <a:prstClr val="black"/>
                </a:solidFill>
                <a:latin typeface="Arial"/>
                <a:cs typeface="Arial"/>
              </a:rPr>
              <a:t>acquired </a:t>
            </a:r>
            <a:r>
              <a:rPr sz="1815" spc="14" dirty="0">
                <a:solidFill>
                  <a:prstClr val="black"/>
                </a:solidFill>
                <a:latin typeface="Arial"/>
                <a:cs typeface="Arial"/>
              </a:rPr>
              <a:t>based </a:t>
            </a:r>
            <a:r>
              <a:rPr sz="1815" spc="9" dirty="0">
                <a:solidFill>
                  <a:prstClr val="black"/>
                </a:solidFill>
                <a:latin typeface="Arial"/>
                <a:cs typeface="Arial"/>
              </a:rPr>
              <a:t>on </a:t>
            </a:r>
            <a:r>
              <a:rPr sz="1815" spc="5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815" spc="9" dirty="0">
                <a:solidFill>
                  <a:prstClr val="black"/>
                </a:solidFill>
                <a:latin typeface="Arial"/>
                <a:cs typeface="Arial"/>
              </a:rPr>
              <a:t>current context and </a:t>
            </a:r>
            <a:r>
              <a:rPr sz="1815" spc="5" dirty="0">
                <a:solidFill>
                  <a:prstClr val="black"/>
                </a:solidFill>
                <a:latin typeface="Arial"/>
                <a:cs typeface="Arial"/>
              </a:rPr>
              <a:t>is </a:t>
            </a:r>
            <a:r>
              <a:rPr sz="1815" spc="14" dirty="0">
                <a:solidFill>
                  <a:prstClr val="black"/>
                </a:solidFill>
                <a:latin typeface="Arial"/>
                <a:cs typeface="Arial"/>
              </a:rPr>
              <a:t>added</a:t>
            </a:r>
            <a:r>
              <a:rPr sz="1815" spc="2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15" spc="14" dirty="0">
                <a:solidFill>
                  <a:prstClr val="black"/>
                </a:solidFill>
                <a:latin typeface="Arial"/>
                <a:cs typeface="Arial"/>
              </a:rPr>
              <a:t>incrementally</a:t>
            </a:r>
            <a:endParaRPr sz="1815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829909">
              <a:spcBef>
                <a:spcPts val="45"/>
              </a:spcBef>
              <a:buClr>
                <a:srgbClr val="000099"/>
              </a:buClr>
              <a:buFont typeface="Wingdings"/>
              <a:buChar char=""/>
              <a:defRPr/>
            </a:pPr>
            <a:endParaRPr sz="2904" dirty="0">
              <a:solidFill>
                <a:prstClr val="black"/>
              </a:solidFill>
              <a:latin typeface="Arial"/>
              <a:cs typeface="Arial"/>
            </a:endParaRPr>
          </a:p>
          <a:p>
            <a:pPr marL="340032" marR="104891" indent="-329082" defTabSz="829909">
              <a:lnSpc>
                <a:spcPct val="101600"/>
              </a:lnSpc>
              <a:buClr>
                <a:srgbClr val="000099"/>
              </a:buClr>
              <a:buSzPct val="80000"/>
              <a:buFont typeface="Wingdings"/>
              <a:buChar char=""/>
              <a:tabLst>
                <a:tab pos="340032" algn="l"/>
                <a:tab pos="340609" algn="l"/>
              </a:tabLst>
              <a:defRPr/>
            </a:pPr>
            <a:r>
              <a:rPr sz="1815" spc="14" dirty="0">
                <a:solidFill>
                  <a:srgbClr val="385083"/>
                </a:solidFill>
                <a:latin typeface="Arial"/>
                <a:cs typeface="Arial"/>
              </a:rPr>
              <a:t>Rule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Tree: </a:t>
            </a:r>
            <a:r>
              <a:rPr sz="1815" dirty="0">
                <a:solidFill>
                  <a:prstClr val="black"/>
                </a:solidFill>
                <a:latin typeface="Arial"/>
                <a:cs typeface="Arial"/>
              </a:rPr>
              <a:t>In its </a:t>
            </a:r>
            <a:r>
              <a:rPr sz="1815" spc="14" dirty="0">
                <a:solidFill>
                  <a:prstClr val="black"/>
                </a:solidFill>
                <a:latin typeface="Arial"/>
                <a:cs typeface="Arial"/>
              </a:rPr>
              <a:t>simplest </a:t>
            </a:r>
            <a:r>
              <a:rPr sz="1815" spc="9" dirty="0">
                <a:solidFill>
                  <a:prstClr val="black"/>
                </a:solidFill>
                <a:latin typeface="Arial"/>
                <a:cs typeface="Arial"/>
              </a:rPr>
              <a:t>version, each </a:t>
            </a:r>
            <a:r>
              <a:rPr sz="1815" spc="14" dirty="0">
                <a:solidFill>
                  <a:prstClr val="black"/>
                </a:solidFill>
                <a:latin typeface="Arial"/>
                <a:cs typeface="Arial"/>
              </a:rPr>
              <a:t>node </a:t>
            </a:r>
            <a:r>
              <a:rPr sz="1815" spc="5" dirty="0">
                <a:solidFill>
                  <a:prstClr val="black"/>
                </a:solidFill>
                <a:latin typeface="Arial"/>
                <a:cs typeface="Arial"/>
              </a:rPr>
              <a:t>is </a:t>
            </a:r>
            <a:r>
              <a:rPr sz="181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1815" spc="9" dirty="0">
                <a:solidFill>
                  <a:prstClr val="black"/>
                </a:solidFill>
                <a:latin typeface="Arial"/>
                <a:cs typeface="Arial"/>
              </a:rPr>
              <a:t>rule and  has two child </a:t>
            </a:r>
            <a:r>
              <a:rPr sz="1815" spc="14" dirty="0">
                <a:solidFill>
                  <a:prstClr val="black"/>
                </a:solidFill>
                <a:latin typeface="Arial"/>
                <a:cs typeface="Arial"/>
              </a:rPr>
              <a:t>nodes</a:t>
            </a:r>
            <a:r>
              <a:rPr lang="en-US" sz="1815" spc="14" dirty="0">
                <a:solidFill>
                  <a:prstClr val="black"/>
                </a:solidFill>
                <a:latin typeface="Arial"/>
                <a:cs typeface="Arial"/>
              </a:rPr>
              <a:t> (except, else)</a:t>
            </a:r>
            <a:r>
              <a:rPr sz="1815" spc="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15" spc="14" dirty="0">
                <a:solidFill>
                  <a:prstClr val="black"/>
                </a:solidFill>
                <a:latin typeface="Arial"/>
                <a:cs typeface="Arial"/>
              </a:rPr>
              <a:t>depending </a:t>
            </a:r>
            <a:r>
              <a:rPr sz="1815" spc="9" dirty="0">
                <a:solidFill>
                  <a:prstClr val="black"/>
                </a:solidFill>
                <a:latin typeface="Arial"/>
                <a:cs typeface="Arial"/>
              </a:rPr>
              <a:t>on </a:t>
            </a:r>
            <a:r>
              <a:rPr sz="1815" spc="14" dirty="0">
                <a:solidFill>
                  <a:prstClr val="black"/>
                </a:solidFill>
                <a:latin typeface="Arial"/>
                <a:cs typeface="Arial"/>
              </a:rPr>
              <a:t>whether </a:t>
            </a:r>
            <a:r>
              <a:rPr sz="1815" spc="5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815" spc="9" dirty="0">
                <a:solidFill>
                  <a:prstClr val="black"/>
                </a:solidFill>
                <a:latin typeface="Arial"/>
                <a:cs typeface="Arial"/>
              </a:rPr>
              <a:t>rule </a:t>
            </a:r>
            <a:r>
              <a:rPr sz="1815" spc="5" dirty="0">
                <a:solidFill>
                  <a:prstClr val="black"/>
                </a:solidFill>
                <a:latin typeface="Arial"/>
                <a:cs typeface="Arial"/>
              </a:rPr>
              <a:t>is </a:t>
            </a:r>
            <a:r>
              <a:rPr sz="1815" spc="9" dirty="0">
                <a:solidFill>
                  <a:prstClr val="black"/>
                </a:solidFill>
                <a:latin typeface="Arial"/>
                <a:cs typeface="Arial"/>
              </a:rPr>
              <a:t>satisfied </a:t>
            </a:r>
            <a:r>
              <a:rPr sz="1815" spc="9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1815" spc="2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15" spc="18" dirty="0">
                <a:solidFill>
                  <a:prstClr val="black"/>
                </a:solidFill>
                <a:latin typeface="Arial"/>
                <a:cs typeface="Arial"/>
              </a:rPr>
              <a:t>not</a:t>
            </a:r>
            <a:endParaRPr sz="1815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829909">
              <a:spcBef>
                <a:spcPts val="23"/>
              </a:spcBef>
              <a:buClr>
                <a:srgbClr val="000099"/>
              </a:buClr>
              <a:buFont typeface="Wingdings"/>
              <a:buChar char=""/>
              <a:defRPr/>
            </a:pPr>
            <a:endParaRPr sz="2904" dirty="0">
              <a:solidFill>
                <a:prstClr val="black"/>
              </a:solidFill>
              <a:latin typeface="Arial"/>
              <a:cs typeface="Arial"/>
            </a:endParaRPr>
          </a:p>
          <a:p>
            <a:pPr marL="340032" marR="705423" indent="-329082" defTabSz="829909">
              <a:lnSpc>
                <a:spcPct val="103200"/>
              </a:lnSpc>
              <a:buClr>
                <a:srgbClr val="000099"/>
              </a:buClr>
              <a:buSzPct val="80000"/>
              <a:buFont typeface="Wingdings"/>
              <a:buChar char=""/>
              <a:tabLst>
                <a:tab pos="340032" algn="l"/>
                <a:tab pos="340609" algn="l"/>
              </a:tabLst>
              <a:defRPr/>
            </a:pPr>
            <a:r>
              <a:rPr sz="1815" spc="14" dirty="0">
                <a:solidFill>
                  <a:srgbClr val="385083"/>
                </a:solidFill>
                <a:latin typeface="Arial"/>
                <a:cs typeface="Arial"/>
              </a:rPr>
              <a:t>Rules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are </a:t>
            </a:r>
            <a:r>
              <a:rPr sz="1815" spc="14" dirty="0">
                <a:solidFill>
                  <a:srgbClr val="385083"/>
                </a:solidFill>
                <a:latin typeface="Arial"/>
                <a:cs typeface="Arial"/>
              </a:rPr>
              <a:t>added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or modified </a:t>
            </a:r>
            <a:r>
              <a:rPr sz="1815" spc="14" dirty="0">
                <a:solidFill>
                  <a:srgbClr val="385083"/>
                </a:solidFill>
                <a:latin typeface="Arial"/>
                <a:cs typeface="Arial"/>
              </a:rPr>
              <a:t>when </a:t>
            </a:r>
            <a:r>
              <a:rPr sz="1815" spc="5" dirty="0">
                <a:solidFill>
                  <a:srgbClr val="385083"/>
                </a:solidFill>
                <a:latin typeface="Arial"/>
                <a:cs typeface="Arial"/>
              </a:rPr>
              <a:t>the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expert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system</a:t>
            </a:r>
            <a:r>
              <a:rPr lang="en-US" sz="1815" spc="9" dirty="0">
                <a:solidFill>
                  <a:srgbClr val="385083"/>
                </a:solidFill>
                <a:latin typeface="Arial"/>
                <a:cs typeface="Arial"/>
              </a:rPr>
              <a:t>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incorrectly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classifies </a:t>
            </a:r>
            <a:r>
              <a:rPr sz="1815" dirty="0">
                <a:solidFill>
                  <a:srgbClr val="385083"/>
                </a:solidFill>
                <a:latin typeface="Arial"/>
                <a:cs typeface="Arial"/>
              </a:rPr>
              <a:t>a</a:t>
            </a:r>
            <a:r>
              <a:rPr lang="en-US" sz="1815" dirty="0">
                <a:solidFill>
                  <a:srgbClr val="385083"/>
                </a:solidFill>
                <a:latin typeface="Arial"/>
                <a:cs typeface="Arial"/>
              </a:rPr>
              <a:t>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case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or </a:t>
            </a:r>
            <a:r>
              <a:rPr sz="1815" spc="5" dirty="0">
                <a:solidFill>
                  <a:srgbClr val="385083"/>
                </a:solidFill>
                <a:latin typeface="Arial"/>
                <a:cs typeface="Arial"/>
              </a:rPr>
              <a:t>fails </a:t>
            </a:r>
            <a:r>
              <a:rPr sz="1815" dirty="0">
                <a:solidFill>
                  <a:srgbClr val="385083"/>
                </a:solidFill>
                <a:latin typeface="Arial"/>
                <a:cs typeface="Arial"/>
              </a:rPr>
              <a:t>to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classify </a:t>
            </a:r>
            <a:r>
              <a:rPr sz="1815" dirty="0">
                <a:solidFill>
                  <a:srgbClr val="385083"/>
                </a:solidFill>
                <a:latin typeface="Arial"/>
                <a:cs typeface="Arial"/>
              </a:rPr>
              <a:t>a</a:t>
            </a:r>
            <a:r>
              <a:rPr sz="1815" spc="136" dirty="0">
                <a:solidFill>
                  <a:srgbClr val="385083"/>
                </a:solidFill>
                <a:latin typeface="Arial"/>
                <a:cs typeface="Arial"/>
              </a:rPr>
              <a:t> </a:t>
            </a:r>
            <a:r>
              <a:rPr sz="1815" spc="14" dirty="0">
                <a:solidFill>
                  <a:srgbClr val="385083"/>
                </a:solidFill>
                <a:latin typeface="Arial"/>
                <a:cs typeface="Arial"/>
              </a:rPr>
              <a:t>case</a:t>
            </a:r>
            <a:endParaRPr sz="1815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829909">
              <a:spcBef>
                <a:spcPts val="41"/>
              </a:spcBef>
              <a:buClr>
                <a:srgbClr val="000099"/>
              </a:buClr>
              <a:buFont typeface="Wingdings"/>
              <a:buChar char=""/>
              <a:defRPr/>
            </a:pPr>
            <a:endParaRPr sz="2904" dirty="0">
              <a:solidFill>
                <a:prstClr val="black"/>
              </a:solidFill>
              <a:latin typeface="Arial"/>
              <a:cs typeface="Arial"/>
            </a:endParaRPr>
          </a:p>
          <a:p>
            <a:pPr marL="340032" marR="120452" indent="-329082" defTabSz="829909">
              <a:buClr>
                <a:srgbClr val="000099"/>
              </a:buClr>
              <a:buSzPct val="80000"/>
              <a:buFont typeface="Wingdings"/>
              <a:buChar char=""/>
              <a:tabLst>
                <a:tab pos="340032" algn="l"/>
                <a:tab pos="340609" algn="l"/>
              </a:tabLst>
              <a:defRPr/>
            </a:pP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The case </a:t>
            </a:r>
            <a:r>
              <a:rPr sz="1815" spc="14" dirty="0">
                <a:solidFill>
                  <a:srgbClr val="385083"/>
                </a:solidFill>
                <a:latin typeface="Arial"/>
                <a:cs typeface="Arial"/>
              </a:rPr>
              <a:t>which prompted </a:t>
            </a:r>
            <a:r>
              <a:rPr sz="1815" spc="5" dirty="0">
                <a:solidFill>
                  <a:srgbClr val="385083"/>
                </a:solidFill>
                <a:latin typeface="Arial"/>
                <a:cs typeface="Arial"/>
              </a:rPr>
              <a:t>the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addition of </a:t>
            </a:r>
            <a:r>
              <a:rPr sz="1815" spc="5" dirty="0">
                <a:solidFill>
                  <a:srgbClr val="385083"/>
                </a:solidFill>
                <a:latin typeface="Arial"/>
                <a:cs typeface="Arial"/>
              </a:rPr>
              <a:t>this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rule and </a:t>
            </a:r>
            <a:r>
              <a:rPr sz="1815" spc="5" dirty="0">
                <a:solidFill>
                  <a:srgbClr val="385083"/>
                </a:solidFill>
                <a:latin typeface="Arial"/>
                <a:cs typeface="Arial"/>
              </a:rPr>
              <a:t>the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set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of cases </a:t>
            </a:r>
            <a:r>
              <a:rPr sz="1815" spc="5" dirty="0">
                <a:solidFill>
                  <a:srgbClr val="385083"/>
                </a:solidFill>
                <a:latin typeface="Arial"/>
                <a:cs typeface="Arial"/>
              </a:rPr>
              <a:t>this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rule classified correctly are stored </a:t>
            </a:r>
            <a:r>
              <a:rPr sz="1815" spc="5" dirty="0">
                <a:solidFill>
                  <a:srgbClr val="385083"/>
                </a:solidFill>
                <a:latin typeface="Arial"/>
                <a:cs typeface="Arial"/>
              </a:rPr>
              <a:t>for 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reference</a:t>
            </a:r>
            <a:r>
              <a:rPr sz="1815" spc="9" dirty="0">
                <a:solidFill>
                  <a:srgbClr val="385083"/>
                </a:solidFill>
                <a:latin typeface="Arial"/>
                <a:cs typeface="Arial"/>
              </a:rPr>
              <a:t>.</a:t>
            </a:r>
            <a:endParaRPr sz="181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141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35281" y="80215"/>
            <a:ext cx="2504212" cy="4274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29909">
              <a:defRPr/>
            </a:pPr>
            <a:r>
              <a:rPr lang="en-IN" sz="2178" b="1" dirty="0">
                <a:solidFill>
                  <a:srgbClr val="0000FF"/>
                </a:solidFill>
                <a:latin typeface="Times New Roman" panose="02020603050405020304" pitchFamily="18" charset="0"/>
              </a:rPr>
              <a:t>Ripple-Down Rules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58815" y="646500"/>
            <a:ext cx="7258623" cy="6201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988" tIns="41494" rIns="82988" bIns="41494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829909">
              <a:defRPr/>
            </a:pPr>
            <a:r>
              <a:rPr lang="en-US" altLang="en-US" sz="163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163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1634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 </a:t>
            </a:r>
            <a:r>
              <a:rPr lang="en-US" altLang="en-US" sz="163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 </a:t>
            </a:r>
            <a:r>
              <a:rPr lang="en-US" altLang="en-US" sz="1634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altLang="en-US" sz="1634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163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163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en-US" altLang="en-US" sz="163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case] </a:t>
            </a:r>
            <a:r>
              <a:rPr lang="en-US" altLang="en-US" sz="163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endParaRPr lang="en-US" altLang="en-US" sz="1634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829909">
              <a:defRPr/>
            </a:pPr>
            <a:r>
              <a:rPr lang="en-US" altLang="en-US" sz="163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</a:t>
            </a:r>
            <a:r>
              <a:rPr lang="en-US" altLang="en-US" sz="163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163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</a:p>
          <a:p>
            <a:pPr defTabSz="829909">
              <a:defRPr/>
            </a:pPr>
            <a:r>
              <a:rPr lang="en-US" altLang="en-US" sz="163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if </a:t>
            </a:r>
            <a:r>
              <a:rPr lang="en-US" altLang="en-US" sz="163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defTabSz="829909">
              <a:defRPr/>
            </a:pPr>
            <a:endParaRPr lang="en-US" altLang="en-US" sz="1634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829909">
              <a:defRPr/>
            </a:pPr>
            <a:r>
              <a:rPr lang="en-US" altLang="en-US" sz="2178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sz="2178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altLang="en-US" sz="2178" dirty="0">
              <a:solidFill>
                <a:srgbClr val="0000FF"/>
              </a:solidFill>
            </a:endParaRPr>
          </a:p>
          <a:p>
            <a:pPr defTabSz="829909">
              <a:defRPr/>
            </a:pP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if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(a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and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b)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then c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except		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a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and b 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=&gt;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c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/>
            </a:r>
            <a:b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</a:b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      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   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  if d then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e			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a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and b and d =&gt;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e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/>
            </a:r>
            <a:b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</a:b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else if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(f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and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g)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then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  <a:cs typeface="Times New Roman" panose="02020603050405020304" pitchFamily="18" charset="0"/>
              </a:rPr>
              <a:t>h		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f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and g =&gt; h</a:t>
            </a:r>
            <a:r>
              <a:rPr lang="en-US" altLang="en-US" sz="726" dirty="0">
                <a:solidFill>
                  <a:prstClr val="black"/>
                </a:solidFill>
              </a:rPr>
              <a:t> </a:t>
            </a:r>
            <a:endParaRPr lang="en-US" altLang="en-US" sz="3630" dirty="0">
              <a:solidFill>
                <a:srgbClr val="000000"/>
              </a:solidFill>
              <a:latin typeface="Arial Unicode MS"/>
            </a:endParaRPr>
          </a:p>
          <a:p>
            <a:pPr defTabSz="829909">
              <a:defRPr/>
            </a:pPr>
            <a:endParaRPr lang="en-US" altLang="en-US" sz="1452" dirty="0">
              <a:solidFill>
                <a:srgbClr val="0000FF"/>
              </a:solidFill>
              <a:latin typeface="Arial Unicode MS"/>
            </a:endParaRPr>
          </a:p>
          <a:p>
            <a:pPr defTabSz="829909">
              <a:defRPr/>
            </a:pPr>
            <a:endParaRPr lang="en-US" altLang="en-US" sz="1452" dirty="0">
              <a:solidFill>
                <a:srgbClr val="0000FF"/>
              </a:solidFill>
              <a:latin typeface="Arial Unicode MS"/>
            </a:endParaRPr>
          </a:p>
          <a:p>
            <a:pPr defTabSz="829909">
              <a:defRPr/>
            </a:pP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Default rule:</a:t>
            </a:r>
          </a:p>
          <a:p>
            <a:pPr defTabSz="829909">
              <a:defRPr/>
            </a:pP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If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true then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normal</a:t>
            </a:r>
          </a:p>
          <a:p>
            <a:pPr defTabSz="829909">
              <a:defRPr/>
            </a:pP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Rule 1: when an exception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If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(a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and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b)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then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c </a:t>
            </a: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is added</a:t>
            </a:r>
          </a:p>
          <a:p>
            <a:pPr defTabSz="829909">
              <a:defRPr/>
            </a:pP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If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true then normal except</a:t>
            </a:r>
          </a:p>
          <a:p>
            <a:pPr defTabSz="829909">
              <a:defRPr/>
            </a:pP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If (a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and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b)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then c</a:t>
            </a:r>
          </a:p>
          <a:p>
            <a:pPr defTabSz="829909">
              <a:defRPr/>
            </a:pP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Rule </a:t>
            </a: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2: </a:t>
            </a: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when an exception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If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(f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and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g)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then h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 </a:t>
            </a: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is </a:t>
            </a: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added</a:t>
            </a:r>
            <a:endParaRPr lang="en-US" altLang="en-US" sz="1452" dirty="0">
              <a:solidFill>
                <a:srgbClr val="000000"/>
              </a:solidFill>
              <a:latin typeface="Arial Unicode MS"/>
            </a:endParaRPr>
          </a:p>
          <a:p>
            <a:pPr defTabSz="829909">
              <a:defRPr/>
            </a:pP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If true then normal except</a:t>
            </a:r>
          </a:p>
          <a:p>
            <a:pPr defTabSz="829909">
              <a:defRPr/>
            </a:pP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If (a and b) then c</a:t>
            </a:r>
          </a:p>
          <a:p>
            <a:pPr defTabSz="829909">
              <a:defRPr/>
            </a:pP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else if (f and g) then h</a:t>
            </a:r>
          </a:p>
          <a:p>
            <a:pPr defTabSz="829909">
              <a:defRPr/>
            </a:pP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Rule </a:t>
            </a: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3: </a:t>
            </a: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when </a:t>
            </a: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another </a:t>
            </a: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exception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If (a, b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and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d) </a:t>
            </a:r>
            <a:r>
              <a:rPr lang="en-US" altLang="en-US" sz="1452" dirty="0">
                <a:solidFill>
                  <a:prstClr val="black"/>
                </a:solidFill>
                <a:latin typeface="Arial Unicode MS"/>
              </a:rPr>
              <a:t>then e </a:t>
            </a: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is </a:t>
            </a:r>
            <a:r>
              <a:rPr lang="en-US" altLang="en-US" sz="1452" dirty="0">
                <a:solidFill>
                  <a:srgbClr val="0000FF"/>
                </a:solidFill>
                <a:latin typeface="Arial Unicode MS"/>
              </a:rPr>
              <a:t>added</a:t>
            </a:r>
            <a:endParaRPr lang="en-US" altLang="en-US" sz="1452" dirty="0">
              <a:solidFill>
                <a:srgbClr val="000000"/>
              </a:solidFill>
              <a:latin typeface="Arial Unicode MS"/>
            </a:endParaRPr>
          </a:p>
          <a:p>
            <a:pPr defTabSz="829909">
              <a:defRPr/>
            </a:pP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If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true then normal except</a:t>
            </a:r>
          </a:p>
          <a:p>
            <a:pPr defTabSz="829909">
              <a:defRPr/>
            </a:pP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If (a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and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b)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then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c except</a:t>
            </a:r>
          </a:p>
          <a:p>
            <a:pPr defTabSz="829909">
              <a:defRPr/>
            </a:pP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	if d then e</a:t>
            </a:r>
            <a:endParaRPr lang="en-US" altLang="en-US" sz="1452" dirty="0">
              <a:solidFill>
                <a:srgbClr val="000000"/>
              </a:solidFill>
              <a:latin typeface="Arial Unicode MS"/>
            </a:endParaRPr>
          </a:p>
          <a:p>
            <a:pPr defTabSz="829909">
              <a:defRPr/>
            </a:pP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	else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if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(f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and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g) </a:t>
            </a:r>
            <a:r>
              <a:rPr lang="en-US" altLang="en-US" sz="1452" dirty="0">
                <a:solidFill>
                  <a:srgbClr val="000000"/>
                </a:solidFill>
                <a:latin typeface="Arial Unicode MS"/>
              </a:rPr>
              <a:t>then h</a:t>
            </a:r>
            <a:endParaRPr lang="en-US" altLang="en-US" sz="1452" dirty="0">
              <a:solidFill>
                <a:prstClr val="black"/>
              </a:solidFill>
            </a:endParaRPr>
          </a:p>
          <a:p>
            <a:pPr defTabSz="829909">
              <a:defRPr/>
            </a:pPr>
            <a:endParaRPr lang="en-US" altLang="en-US" sz="1452" dirty="0">
              <a:solidFill>
                <a:prstClr val="black"/>
              </a:solidFill>
            </a:endParaRPr>
          </a:p>
          <a:p>
            <a:pPr defTabSz="829909">
              <a:defRPr/>
            </a:pPr>
            <a:endParaRPr lang="en-US" altLang="en-US" sz="1452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17439" y="1700093"/>
            <a:ext cx="2893677" cy="1601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29909">
              <a:defRPr/>
            </a:pPr>
            <a:r>
              <a:rPr lang="en-IN" sz="1634" dirty="0">
                <a:solidFill>
                  <a:srgbClr val="0000FF"/>
                </a:solidFill>
                <a:latin typeface="Calibri"/>
              </a:rPr>
              <a:t>Ordinary </a:t>
            </a:r>
            <a:r>
              <a:rPr lang="en-IN" sz="1634" b="1" dirty="0">
                <a:solidFill>
                  <a:srgbClr val="0000FF"/>
                </a:solidFill>
                <a:latin typeface="Calibri"/>
              </a:rPr>
              <a:t>if-then-else</a:t>
            </a:r>
            <a:r>
              <a:rPr lang="en-IN" sz="1634" dirty="0">
                <a:solidFill>
                  <a:srgbClr val="0000FF"/>
                </a:solidFill>
                <a:latin typeface="Calibri"/>
              </a:rPr>
              <a:t> statement</a:t>
            </a:r>
            <a:endParaRPr lang="en-US" altLang="en-US" sz="1634" dirty="0">
              <a:solidFill>
                <a:srgbClr val="0000FF"/>
              </a:solidFill>
              <a:latin typeface="Calibri"/>
            </a:endParaRPr>
          </a:p>
          <a:p>
            <a:pPr defTabSz="829909">
              <a:defRPr/>
            </a:pP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if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(a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and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b)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then</a:t>
            </a:r>
            <a:br>
              <a:rPr lang="en-US" altLang="en-US" sz="1634" dirty="0">
                <a:solidFill>
                  <a:srgbClr val="000000"/>
                </a:solidFill>
                <a:latin typeface="Arial Unicode MS"/>
              </a:rPr>
            </a:b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       if d then e</a:t>
            </a:r>
            <a:br>
              <a:rPr lang="en-US" altLang="en-US" sz="1634" dirty="0">
                <a:solidFill>
                  <a:srgbClr val="000000"/>
                </a:solidFill>
                <a:latin typeface="Arial Unicode MS"/>
              </a:rPr>
            </a:b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       else c</a:t>
            </a:r>
            <a:br>
              <a:rPr lang="en-US" altLang="en-US" sz="1634" dirty="0">
                <a:solidFill>
                  <a:srgbClr val="000000"/>
                </a:solidFill>
                <a:latin typeface="Arial Unicode MS"/>
              </a:rPr>
            </a:b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else if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(f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and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g) </a:t>
            </a:r>
            <a:r>
              <a:rPr lang="en-US" altLang="en-US" sz="1634" dirty="0">
                <a:solidFill>
                  <a:srgbClr val="000000"/>
                </a:solidFill>
                <a:latin typeface="Arial Unicode MS"/>
              </a:rPr>
              <a:t>then h</a:t>
            </a:r>
          </a:p>
          <a:p>
            <a:pPr defTabSz="829909">
              <a:defRPr/>
            </a:pPr>
            <a:endParaRPr lang="en-IN" sz="1634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66949" y="801061"/>
            <a:ext cx="4600836" cy="1098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9347" indent="-259347" defTabSz="829909">
              <a:buFont typeface="Symbol" panose="05050102010706020507" pitchFamily="18" charset="2"/>
              <a:buChar char="Þ"/>
              <a:defRPr/>
            </a:pPr>
            <a:r>
              <a:rPr lang="en-US" sz="1634" dirty="0">
                <a:solidFill>
                  <a:prstClr val="black"/>
                </a:solidFill>
                <a:latin typeface="Calibri"/>
              </a:rPr>
              <a:t>If a rule fires, but produces an incorrect conclusion, we add an </a:t>
            </a:r>
            <a:r>
              <a:rPr lang="en-US" sz="1634" b="1" dirty="0">
                <a:solidFill>
                  <a:prstClr val="black"/>
                </a:solidFill>
                <a:latin typeface="Calibri"/>
              </a:rPr>
              <a:t>except</a:t>
            </a:r>
            <a:r>
              <a:rPr lang="en-US" sz="1634" dirty="0">
                <a:solidFill>
                  <a:prstClr val="black"/>
                </a:solidFill>
                <a:latin typeface="Calibri"/>
              </a:rPr>
              <a:t> branch</a:t>
            </a:r>
          </a:p>
          <a:p>
            <a:pPr marL="259347" indent="-259347" defTabSz="829909">
              <a:buFont typeface="Symbol" panose="05050102010706020507" pitchFamily="18" charset="2"/>
              <a:buChar char="Þ"/>
              <a:defRPr/>
            </a:pPr>
            <a:r>
              <a:rPr lang="en-US" sz="1634" dirty="0">
                <a:solidFill>
                  <a:prstClr val="black"/>
                </a:solidFill>
                <a:latin typeface="Calibri"/>
              </a:rPr>
              <a:t>=&gt; If a rule </a:t>
            </a:r>
            <a:r>
              <a:rPr lang="en-US" sz="1634" dirty="0">
                <a:solidFill>
                  <a:prstClr val="black"/>
                </a:solidFill>
                <a:latin typeface="Calibri"/>
              </a:rPr>
              <a:t>fails to fire, we </a:t>
            </a:r>
            <a:r>
              <a:rPr lang="en-US" sz="1634" dirty="0">
                <a:solidFill>
                  <a:prstClr val="black"/>
                </a:solidFill>
                <a:latin typeface="Calibri"/>
              </a:rPr>
              <a:t>add an </a:t>
            </a:r>
            <a:r>
              <a:rPr lang="en-US" sz="1634" b="1" dirty="0">
                <a:solidFill>
                  <a:prstClr val="black"/>
                </a:solidFill>
                <a:latin typeface="Calibri"/>
              </a:rPr>
              <a:t>else</a:t>
            </a:r>
            <a:r>
              <a:rPr lang="en-US" sz="1634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1634" dirty="0">
                <a:solidFill>
                  <a:prstClr val="black"/>
                </a:solidFill>
                <a:latin typeface="Calibri"/>
              </a:rPr>
              <a:t>branch</a:t>
            </a:r>
            <a:endParaRPr lang="en-IN" sz="1634" dirty="0">
              <a:solidFill>
                <a:prstClr val="black"/>
              </a:solidFill>
              <a:latin typeface="Calibri"/>
            </a:endParaRPr>
          </a:p>
          <a:p>
            <a:pPr marL="259347" indent="-259347" defTabSz="829909">
              <a:buFont typeface="Symbol" panose="05050102010706020507" pitchFamily="18" charset="2"/>
              <a:buChar char="Þ"/>
              <a:defRPr/>
            </a:pPr>
            <a:endParaRPr lang="en-IN" sz="1634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685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7119" y="364099"/>
            <a:ext cx="5065123" cy="36083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2269" b="0" spc="14" dirty="0">
                <a:solidFill>
                  <a:srgbClr val="2929FF"/>
                </a:solidFill>
                <a:latin typeface="Arial"/>
                <a:cs typeface="Arial"/>
              </a:rPr>
              <a:t>Knowledge </a:t>
            </a:r>
            <a:r>
              <a:rPr sz="2269" b="0" spc="9" dirty="0">
                <a:solidFill>
                  <a:srgbClr val="2929FF"/>
                </a:solidFill>
                <a:latin typeface="Arial"/>
                <a:cs typeface="Arial"/>
              </a:rPr>
              <a:t>acquisition process </a:t>
            </a:r>
            <a:r>
              <a:rPr sz="2269" b="0" spc="5" dirty="0">
                <a:solidFill>
                  <a:srgbClr val="2929FF"/>
                </a:solidFill>
                <a:latin typeface="Arial"/>
                <a:cs typeface="Arial"/>
              </a:rPr>
              <a:t>in</a:t>
            </a:r>
            <a:r>
              <a:rPr sz="2269" b="0" spc="45" dirty="0">
                <a:solidFill>
                  <a:srgbClr val="2929FF"/>
                </a:solidFill>
                <a:latin typeface="Arial"/>
                <a:cs typeface="Arial"/>
              </a:rPr>
              <a:t> </a:t>
            </a:r>
            <a:r>
              <a:rPr sz="2269" b="0" spc="18" dirty="0">
                <a:solidFill>
                  <a:srgbClr val="2929FF"/>
                </a:solidFill>
                <a:latin typeface="Arial"/>
                <a:cs typeface="Arial"/>
              </a:rPr>
              <a:t>RDR</a:t>
            </a:r>
            <a:endParaRPr sz="2269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5646" y="1014200"/>
            <a:ext cx="2983518" cy="544645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11527" marR="4611" defTabSz="829909">
              <a:lnSpc>
                <a:spcPct val="101099"/>
              </a:lnSpc>
              <a:spcBef>
                <a:spcPts val="68"/>
              </a:spcBef>
              <a:defRPr/>
            </a:pP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If the rule in a node is true, the  rule in the node connected</a:t>
            </a:r>
            <a:r>
              <a:rPr sz="1724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by</a:t>
            </a:r>
            <a:endParaRPr sz="172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5646" y="1545319"/>
            <a:ext cx="2751845" cy="276968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TRUE branch is also</a:t>
            </a:r>
            <a:r>
              <a:rPr sz="1724" spc="-2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tested.</a:t>
            </a:r>
            <a:endParaRPr sz="172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5646" y="2073673"/>
            <a:ext cx="3008299" cy="1074119"/>
          </a:xfrm>
          <a:prstGeom prst="rect">
            <a:avLst/>
          </a:prstGeom>
        </p:spPr>
        <p:txBody>
          <a:bodyPr vert="horz" wrap="square" lIns="0" tIns="12679" rIns="0" bIns="0" rtlCol="0">
            <a:spAutoFit/>
          </a:bodyPr>
          <a:lstStyle/>
          <a:p>
            <a:pPr marL="11527" marR="4611" defTabSz="829909">
              <a:lnSpc>
                <a:spcPct val="99600"/>
              </a:lnSpc>
              <a:spcBef>
                <a:spcPts val="100"/>
              </a:spcBef>
              <a:defRPr/>
            </a:pP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The conclusion of the parent is  returned only if the rule on the  TRUE branch does not satisfy  the case.</a:t>
            </a:r>
            <a:endParaRPr sz="172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5646" y="3390409"/>
            <a:ext cx="3288382" cy="795734"/>
          </a:xfrm>
          <a:prstGeom prst="rect">
            <a:avLst/>
          </a:prstGeom>
        </p:spPr>
        <p:txBody>
          <a:bodyPr vert="horz" wrap="square" lIns="0" tIns="15560" rIns="0" bIns="0" rtlCol="0">
            <a:spAutoFit/>
          </a:bodyPr>
          <a:lstStyle/>
          <a:p>
            <a:pPr marL="11527" marR="4611" algn="just" defTabSz="829909">
              <a:lnSpc>
                <a:spcPct val="98400"/>
              </a:lnSpc>
              <a:spcBef>
                <a:spcPts val="123"/>
              </a:spcBef>
              <a:defRPr/>
            </a:pP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If a rule is not satisfied for a case,  the child rule with a FALSE link </a:t>
            </a:r>
            <a:r>
              <a:rPr sz="1724" spc="-9" dirty="0">
                <a:solidFill>
                  <a:prstClr val="black"/>
                </a:solidFill>
                <a:latin typeface="Arial"/>
                <a:cs typeface="Arial"/>
              </a:rPr>
              <a:t>is  </a:t>
            </a: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tested.</a:t>
            </a:r>
            <a:endParaRPr sz="172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65645" y="4438819"/>
            <a:ext cx="3251499" cy="1064184"/>
          </a:xfrm>
          <a:prstGeom prst="rect">
            <a:avLst/>
          </a:prstGeom>
        </p:spPr>
        <p:txBody>
          <a:bodyPr vert="horz" wrap="square" lIns="0" tIns="13254" rIns="0" bIns="0" rtlCol="0">
            <a:spAutoFit/>
          </a:bodyPr>
          <a:lstStyle/>
          <a:p>
            <a:pPr marL="11527" marR="4611" defTabSz="829909">
              <a:lnSpc>
                <a:spcPct val="99300"/>
              </a:lnSpc>
              <a:spcBef>
                <a:spcPts val="103"/>
              </a:spcBef>
              <a:defRPr/>
            </a:pP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If the case satisfies the child rule,  its conclusion takes precedence  </a:t>
            </a:r>
            <a:r>
              <a:rPr lang="en-US" sz="1724" spc="-5" dirty="0">
                <a:solidFill>
                  <a:prstClr val="black"/>
                </a:solidFill>
                <a:latin typeface="Arial"/>
                <a:cs typeface="Arial"/>
              </a:rPr>
              <a:t>over</a:t>
            </a: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the conclusion of the parent  rule.</a:t>
            </a:r>
            <a:endParaRPr sz="1724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89539" y="1267202"/>
            <a:ext cx="4394806" cy="4323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32538" y="1439300"/>
            <a:ext cx="231097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18822" y="3195870"/>
            <a:ext cx="391309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K|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99008" y="2172356"/>
            <a:ext cx="400530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89339" y="3121181"/>
            <a:ext cx="559013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#K|R|S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09325" y="1585911"/>
            <a:ext cx="374020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86457" y="2462813"/>
            <a:ext cx="374020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81961" y="1732522"/>
            <a:ext cx="440871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361" spc="-9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64268" y="4294072"/>
            <a:ext cx="569387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K|</a:t>
            </a:r>
            <a:r>
              <a:rPr sz="1361" spc="-9" dirty="0">
                <a:solidFill>
                  <a:prstClr val="black"/>
                </a:solidFill>
                <a:latin typeface="Arial"/>
                <a:cs typeface="Arial"/>
              </a:rPr>
              <a:t>**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66712" y="3635704"/>
            <a:ext cx="440871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361" spc="-9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04576" y="4147460"/>
            <a:ext cx="559013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#R|K|S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60442" y="5170974"/>
            <a:ext cx="677732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#K|+|+|S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09325" y="4512606"/>
            <a:ext cx="374020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47891" y="3489092"/>
            <a:ext cx="374020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25979" y="2318968"/>
            <a:ext cx="361918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#+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+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46783" y="3195870"/>
            <a:ext cx="504841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#+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+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+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78376" y="2609424"/>
            <a:ext cx="440871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361" spc="-9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74343" y="2684113"/>
            <a:ext cx="374020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92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1550" y="258457"/>
            <a:ext cx="7112726" cy="54242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dirty="0"/>
              <a:t>Rule organization in RDR</a:t>
            </a:r>
            <a:r>
              <a:rPr spc="-68" dirty="0"/>
              <a:t> </a:t>
            </a:r>
            <a:r>
              <a:rPr dirty="0"/>
              <a:t>framework</a:t>
            </a:r>
          </a:p>
        </p:txBody>
      </p:sp>
      <p:sp>
        <p:nvSpPr>
          <p:cNvPr id="3" name="object 3"/>
          <p:cNvSpPr/>
          <p:nvPr/>
        </p:nvSpPr>
        <p:spPr>
          <a:xfrm>
            <a:off x="5525317" y="1413575"/>
            <a:ext cx="4909963" cy="47125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1683" y="1461399"/>
            <a:ext cx="3913787" cy="4472461"/>
          </a:xfrm>
          <a:prstGeom prst="rect">
            <a:avLst/>
          </a:prstGeom>
        </p:spPr>
        <p:txBody>
          <a:bodyPr vert="horz" wrap="square" lIns="0" tIns="9797" rIns="0" bIns="0" rtlCol="0">
            <a:spAutoFit/>
          </a:bodyPr>
          <a:lstStyle/>
          <a:p>
            <a:pPr marL="450110" marR="4611" indent="-438583" defTabSz="829909">
              <a:lnSpc>
                <a:spcPct val="100600"/>
              </a:lnSpc>
              <a:spcBef>
                <a:spcPts val="77"/>
              </a:spcBef>
              <a:buFontTx/>
              <a:buAutoNum type="arabicPeriod"/>
              <a:tabLst>
                <a:tab pos="449534" algn="l"/>
                <a:tab pos="450110" algn="l"/>
              </a:tabLst>
              <a:defRPr/>
            </a:pP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For </a:t>
            </a:r>
            <a:r>
              <a:rPr sz="1906" spc="5" dirty="0">
                <a:solidFill>
                  <a:prstClr val="black"/>
                </a:solidFill>
                <a:latin typeface="Arial"/>
                <a:cs typeface="Arial"/>
              </a:rPr>
              <a:t>Rule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1, if </a:t>
            </a:r>
            <a:r>
              <a:rPr sz="1906" spc="-5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current  token is in road dictionary, do  not declare it as </a:t>
            </a:r>
            <a:r>
              <a:rPr sz="1906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road type  immediately, but </a:t>
            </a:r>
            <a:r>
              <a:rPr sz="1906" spc="-5" dirty="0">
                <a:solidFill>
                  <a:prstClr val="black"/>
                </a:solidFill>
                <a:latin typeface="Arial"/>
                <a:cs typeface="Arial"/>
              </a:rPr>
              <a:t>perform</a:t>
            </a:r>
            <a:r>
              <a:rPr sz="1906" spc="-1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step</a:t>
            </a:r>
            <a:r>
              <a:rPr lang="en-US" sz="1906" dirty="0">
                <a:solidFill>
                  <a:prstClr val="black"/>
                </a:solidFill>
                <a:latin typeface="Arial"/>
                <a:cs typeface="Arial"/>
              </a:rPr>
              <a:t> 2.</a:t>
            </a:r>
            <a:r>
              <a:rPr lang="en-US" sz="190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06" spc="-5" dirty="0">
                <a:solidFill>
                  <a:prstClr val="black"/>
                </a:solidFill>
                <a:latin typeface="Arial"/>
                <a:cs typeface="Arial"/>
              </a:rPr>
              <a:t>If </a:t>
            </a:r>
            <a:r>
              <a:rPr sz="1906" spc="-5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current token is not in  road dictionary, go </a:t>
            </a:r>
            <a:r>
              <a:rPr sz="1906" spc="-5" dirty="0">
                <a:solidFill>
                  <a:prstClr val="black"/>
                </a:solidFill>
                <a:latin typeface="Arial"/>
                <a:cs typeface="Arial"/>
              </a:rPr>
              <a:t>to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Step</a:t>
            </a:r>
            <a:r>
              <a:rPr sz="1906" spc="-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1906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906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829909">
              <a:spcBef>
                <a:spcPts val="9"/>
              </a:spcBef>
              <a:defRPr/>
            </a:pPr>
            <a:endParaRPr sz="1951" dirty="0">
              <a:solidFill>
                <a:prstClr val="black"/>
              </a:solidFill>
              <a:latin typeface="Arial"/>
              <a:cs typeface="Arial"/>
            </a:endParaRPr>
          </a:p>
          <a:p>
            <a:pPr marL="450110" marR="410920" indent="-438583" algn="just" defTabSz="829909">
              <a:lnSpc>
                <a:spcPct val="101000"/>
              </a:lnSpc>
              <a:buFontTx/>
              <a:buAutoNum type="arabicPeriod" startAt="2"/>
              <a:tabLst>
                <a:tab pos="450110" algn="l"/>
              </a:tabLst>
              <a:defRPr/>
            </a:pPr>
            <a:r>
              <a:rPr sz="1906" spc="5" dirty="0">
                <a:solidFill>
                  <a:prstClr val="black"/>
                </a:solidFill>
                <a:latin typeface="Arial"/>
                <a:cs typeface="Arial"/>
              </a:rPr>
              <a:t>Check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if </a:t>
            </a:r>
            <a:r>
              <a:rPr sz="1906" spc="-5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left context</a:t>
            </a:r>
            <a:r>
              <a:rPr sz="1906" spc="-7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of  this token has </a:t>
            </a:r>
            <a:r>
              <a:rPr sz="1906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landmark 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type.</a:t>
            </a:r>
            <a:r>
              <a:rPr lang="en-US" sz="190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06" spc="-5" dirty="0">
                <a:solidFill>
                  <a:prstClr val="black"/>
                </a:solidFill>
                <a:latin typeface="Arial"/>
                <a:cs typeface="Arial"/>
              </a:rPr>
              <a:t>If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yes, declare </a:t>
            </a:r>
            <a:r>
              <a:rPr sz="1906" spc="-5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token as  part of landmark rather than  as </a:t>
            </a:r>
            <a:r>
              <a:rPr sz="1906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road type, else road  type.</a:t>
            </a:r>
          </a:p>
          <a:p>
            <a:pPr defTabSz="829909">
              <a:spcBef>
                <a:spcPts val="5"/>
              </a:spcBef>
              <a:buFont typeface="Arial"/>
              <a:buAutoNum type="arabicPeriod" startAt="2"/>
              <a:defRPr/>
            </a:pPr>
            <a:endParaRPr sz="2042" dirty="0">
              <a:solidFill>
                <a:prstClr val="black"/>
              </a:solidFill>
              <a:latin typeface="Arial"/>
              <a:cs typeface="Arial"/>
            </a:endParaRPr>
          </a:p>
          <a:p>
            <a:pPr marL="450110" indent="-438583" defTabSz="829909">
              <a:buFontTx/>
              <a:buAutoNum type="arabicPeriod" startAt="2"/>
              <a:tabLst>
                <a:tab pos="449534" algn="l"/>
                <a:tab pos="450110" algn="l"/>
              </a:tabLst>
              <a:defRPr/>
            </a:pPr>
            <a:r>
              <a:rPr sz="1906" spc="5" dirty="0">
                <a:solidFill>
                  <a:prstClr val="black"/>
                </a:solidFill>
                <a:latin typeface="Arial"/>
                <a:cs typeface="Arial"/>
              </a:rPr>
              <a:t>Check Rule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2, </a:t>
            </a:r>
            <a:r>
              <a:rPr sz="1906" spc="-5" dirty="0">
                <a:solidFill>
                  <a:prstClr val="black"/>
                </a:solidFill>
                <a:latin typeface="Arial"/>
                <a:cs typeface="Arial"/>
              </a:rPr>
              <a:t>..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and so</a:t>
            </a:r>
            <a:r>
              <a:rPr sz="1906" spc="-32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06" dirty="0">
                <a:solidFill>
                  <a:prstClr val="black"/>
                </a:solidFill>
                <a:latin typeface="Arial"/>
                <a:cs typeface="Arial"/>
              </a:rPr>
              <a:t>on.</a:t>
            </a:r>
          </a:p>
        </p:txBody>
      </p:sp>
    </p:spTree>
    <p:extLst>
      <p:ext uri="{BB962C8B-B14F-4D97-AF65-F5344CB8AC3E}">
        <p14:creationId xmlns:p14="http://schemas.microsoft.com/office/powerpoint/2010/main" val="400863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4532" y="62690"/>
            <a:ext cx="5218719" cy="54242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dirty="0"/>
              <a:t>RDR</a:t>
            </a:r>
            <a:r>
              <a:rPr spc="-73" dirty="0"/>
              <a:t> </a:t>
            </a:r>
            <a:r>
              <a:rPr dirty="0" smtClean="0"/>
              <a:t>Tree</a:t>
            </a:r>
            <a:r>
              <a:rPr lang="en-US" dirty="0" smtClean="0"/>
              <a:t> – a summary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886036" y="815030"/>
            <a:ext cx="3228447" cy="276968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Each Node will have Three</a:t>
            </a:r>
            <a:r>
              <a:rPr sz="1724" spc="32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steps</a:t>
            </a:r>
            <a:endParaRPr sz="172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6036" y="1194938"/>
            <a:ext cx="3669318" cy="1910926"/>
          </a:xfrm>
          <a:prstGeom prst="rect">
            <a:avLst/>
          </a:prstGeom>
        </p:spPr>
        <p:txBody>
          <a:bodyPr vert="horz" wrap="square" lIns="0" tIns="9797" rIns="0" bIns="0" rtlCol="0">
            <a:spAutoFit/>
          </a:bodyPr>
          <a:lstStyle/>
          <a:p>
            <a:pPr marL="285281" marR="4611" indent="-274331" defTabSz="829909">
              <a:lnSpc>
                <a:spcPct val="100600"/>
              </a:lnSpc>
              <a:spcBef>
                <a:spcPts val="77"/>
              </a:spcBef>
              <a:buFontTx/>
              <a:buChar char="•"/>
              <a:tabLst>
                <a:tab pos="285281" algn="l"/>
                <a:tab pos="285858" algn="l"/>
              </a:tabLst>
              <a:defRPr/>
            </a:pP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True Branch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to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look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for more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specific  or elaborate set of actions you want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to  take</a:t>
            </a:r>
            <a:endParaRPr sz="1543">
              <a:solidFill>
                <a:prstClr val="black"/>
              </a:solidFill>
              <a:latin typeface="Arial"/>
              <a:cs typeface="Arial"/>
            </a:endParaRPr>
          </a:p>
          <a:p>
            <a:pPr marL="285281" marR="66854" indent="-274331" defTabSz="829909">
              <a:lnSpc>
                <a:spcPct val="103499"/>
              </a:lnSpc>
              <a:spcBef>
                <a:spcPts val="808"/>
              </a:spcBef>
              <a:buFontTx/>
              <a:buChar char="•"/>
              <a:tabLst>
                <a:tab pos="285281" algn="l"/>
                <a:tab pos="285858" algn="l"/>
              </a:tabLst>
              <a:defRPr/>
            </a:pP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If a more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specific case is not executed  then existing generic action is</a:t>
            </a:r>
            <a:r>
              <a:rPr sz="1543" spc="2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taken</a:t>
            </a:r>
            <a:endParaRPr sz="1543">
              <a:solidFill>
                <a:prstClr val="black"/>
              </a:solidFill>
              <a:latin typeface="Arial"/>
              <a:cs typeface="Arial"/>
            </a:endParaRPr>
          </a:p>
          <a:p>
            <a:pPr marL="285281" marR="590734" indent="-274331" defTabSz="829909">
              <a:lnSpc>
                <a:spcPts val="1805"/>
              </a:lnSpc>
              <a:spcBef>
                <a:spcPts val="971"/>
              </a:spcBef>
              <a:buFontTx/>
              <a:buChar char="•"/>
              <a:tabLst>
                <a:tab pos="285281" algn="l"/>
                <a:tab pos="285858" algn="l"/>
              </a:tabLst>
              <a:defRPr/>
            </a:pP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False case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to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look at alternate  patterns</a:t>
            </a:r>
            <a:endParaRPr sz="1543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6036" y="3202304"/>
            <a:ext cx="3399031" cy="544645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11527" marR="4611" defTabSz="829909">
              <a:lnSpc>
                <a:spcPct val="101099"/>
              </a:lnSpc>
              <a:spcBef>
                <a:spcPts val="68"/>
              </a:spcBef>
              <a:defRPr/>
            </a:pP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Each Node entered is being traced  and noted in Rule order</a:t>
            </a:r>
            <a:r>
              <a:rPr sz="1724" spc="32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Execution</a:t>
            </a:r>
            <a:endParaRPr sz="172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6036" y="3847773"/>
            <a:ext cx="3779968" cy="1072478"/>
          </a:xfrm>
          <a:prstGeom prst="rect">
            <a:avLst/>
          </a:prstGeom>
        </p:spPr>
        <p:txBody>
          <a:bodyPr vert="horz" wrap="square" lIns="0" tIns="23627" rIns="0" bIns="0" rtlCol="0">
            <a:spAutoFit/>
          </a:bodyPr>
          <a:lstStyle/>
          <a:p>
            <a:pPr marL="285281" marR="116994" indent="-274331" defTabSz="829909">
              <a:lnSpc>
                <a:spcPts val="1805"/>
              </a:lnSpc>
              <a:spcBef>
                <a:spcPts val="185"/>
              </a:spcBef>
              <a:buFontTx/>
              <a:buChar char="•"/>
              <a:tabLst>
                <a:tab pos="285281" algn="l"/>
                <a:tab pos="285858" algn="l"/>
              </a:tabLst>
              <a:defRPr/>
            </a:pP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This will help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trace for a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given address  which particular case is</a:t>
            </a:r>
            <a:r>
              <a:rPr sz="1543" spc="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breaking</a:t>
            </a:r>
            <a:endParaRPr sz="1543">
              <a:solidFill>
                <a:prstClr val="black"/>
              </a:solidFill>
              <a:latin typeface="Arial"/>
              <a:cs typeface="Arial"/>
            </a:endParaRPr>
          </a:p>
          <a:p>
            <a:pPr marL="285281" marR="4611" indent="-274331" defTabSz="829909">
              <a:lnSpc>
                <a:spcPct val="102400"/>
              </a:lnSpc>
              <a:spcBef>
                <a:spcPts val="799"/>
              </a:spcBef>
              <a:buFontTx/>
              <a:buChar char="•"/>
              <a:tabLst>
                <a:tab pos="285281" algn="l"/>
                <a:tab pos="285858" algn="l"/>
              </a:tabLst>
              <a:defRPr/>
            </a:pP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It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guides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person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to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add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new rule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to  its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false branch</a:t>
            </a:r>
            <a:endParaRPr sz="1543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43770" y="958350"/>
            <a:ext cx="4394806" cy="43235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86768" y="1129480"/>
            <a:ext cx="231097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73064" y="2886049"/>
            <a:ext cx="391309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K|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53251" y="1862536"/>
            <a:ext cx="400530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43567" y="2814127"/>
            <a:ext cx="559013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#K|R|S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63554" y="1276091"/>
            <a:ext cx="374020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40687" y="2155759"/>
            <a:ext cx="374020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6192" y="1422702"/>
            <a:ext cx="440871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361" spc="-9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18498" y="3984252"/>
            <a:ext cx="569387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K|</a:t>
            </a:r>
            <a:r>
              <a:rPr sz="1361" spc="-9" dirty="0">
                <a:solidFill>
                  <a:prstClr val="black"/>
                </a:solidFill>
                <a:latin typeface="Arial"/>
                <a:cs typeface="Arial"/>
              </a:rPr>
              <a:t>**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20943" y="3325884"/>
            <a:ext cx="440871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361" spc="-9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58817" y="3837640"/>
            <a:ext cx="559013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#R|K|S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63554" y="4202785"/>
            <a:ext cx="374020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02122" y="3179272"/>
            <a:ext cx="374020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80209" y="2009148"/>
            <a:ext cx="361918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#+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+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01013" y="2886049"/>
            <a:ext cx="504841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#+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+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+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32607" y="2302370"/>
            <a:ext cx="440871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361" spc="-9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28573" y="2374293"/>
            <a:ext cx="374020" cy="22105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361" spc="-18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86036" y="4773159"/>
            <a:ext cx="6905833" cy="690835"/>
          </a:xfrm>
          <a:prstGeom prst="rect">
            <a:avLst/>
          </a:prstGeom>
        </p:spPr>
        <p:txBody>
          <a:bodyPr vert="horz" wrap="square" lIns="0" tIns="99700" rIns="0" bIns="0" rtlCol="0">
            <a:spAutoFit/>
          </a:bodyPr>
          <a:lstStyle/>
          <a:p>
            <a:pPr marR="4611" algn="r" defTabSz="829909">
              <a:spcBef>
                <a:spcPts val="785"/>
              </a:spcBef>
              <a:defRPr/>
            </a:pP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#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K|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+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361" spc="-23" dirty="0">
                <a:solidFill>
                  <a:prstClr val="black"/>
                </a:solidFill>
                <a:latin typeface="Arial"/>
                <a:cs typeface="Arial"/>
              </a:rPr>
              <a:t>+</a:t>
            </a:r>
            <a:r>
              <a:rPr sz="1361" spc="-14" dirty="0">
                <a:solidFill>
                  <a:prstClr val="black"/>
                </a:solidFill>
                <a:latin typeface="Arial"/>
                <a:cs typeface="Arial"/>
              </a:rPr>
              <a:t>|</a:t>
            </a:r>
            <a:r>
              <a:rPr sz="136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361">
              <a:solidFill>
                <a:prstClr val="black"/>
              </a:solidFill>
              <a:latin typeface="Arial"/>
              <a:cs typeface="Arial"/>
            </a:endParaRPr>
          </a:p>
          <a:p>
            <a:pPr marL="11527" defTabSz="829909">
              <a:spcBef>
                <a:spcPts val="876"/>
              </a:spcBef>
              <a:defRPr/>
            </a:pP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Expect large number of rules (in</a:t>
            </a:r>
            <a:r>
              <a:rPr sz="1724" spc="32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hundreds/thousands)</a:t>
            </a:r>
            <a:endParaRPr sz="172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86036" y="5438471"/>
            <a:ext cx="6262679" cy="1131109"/>
          </a:xfrm>
          <a:prstGeom prst="rect">
            <a:avLst/>
          </a:prstGeom>
        </p:spPr>
        <p:txBody>
          <a:bodyPr vert="horz" wrap="square" lIns="0" tIns="133126" rIns="0" bIns="0" rtlCol="0">
            <a:spAutoFit/>
          </a:bodyPr>
          <a:lstStyle/>
          <a:p>
            <a:pPr marL="285281" indent="-274331" defTabSz="829909">
              <a:spcBef>
                <a:spcPts val="1048"/>
              </a:spcBef>
              <a:buFontTx/>
              <a:buChar char="•"/>
              <a:tabLst>
                <a:tab pos="285281" algn="l"/>
                <a:tab pos="285858" algn="l"/>
              </a:tabLst>
              <a:defRPr/>
            </a:pP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Rules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are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organized in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the form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of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543" spc="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taxonomy</a:t>
            </a:r>
            <a:endParaRPr sz="1543">
              <a:solidFill>
                <a:prstClr val="black"/>
              </a:solidFill>
              <a:latin typeface="Arial"/>
              <a:cs typeface="Arial"/>
            </a:endParaRPr>
          </a:p>
          <a:p>
            <a:pPr marL="285281" indent="-274331" defTabSz="829909">
              <a:spcBef>
                <a:spcPts val="958"/>
              </a:spcBef>
              <a:buFontTx/>
              <a:buChar char="•"/>
              <a:tabLst>
                <a:tab pos="285281" algn="l"/>
                <a:tab pos="285858" algn="l"/>
              </a:tabLst>
              <a:defRPr/>
            </a:pP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Order rules within each node based on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generality of </a:t>
            </a:r>
            <a:r>
              <a:rPr sz="1543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543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43" spc="-9" dirty="0">
                <a:solidFill>
                  <a:prstClr val="black"/>
                </a:solidFill>
                <a:latin typeface="Arial"/>
                <a:cs typeface="Arial"/>
              </a:rPr>
              <a:t>rule</a:t>
            </a:r>
            <a:endParaRPr sz="1543">
              <a:solidFill>
                <a:prstClr val="black"/>
              </a:solidFill>
              <a:latin typeface="Arial"/>
              <a:cs typeface="Arial"/>
            </a:endParaRPr>
          </a:p>
          <a:p>
            <a:pPr marL="11527" defTabSz="829909">
              <a:spcBef>
                <a:spcPts val="971"/>
              </a:spcBef>
              <a:defRPr/>
            </a:pP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Annotate rules with examples to make it clear how they will</a:t>
            </a:r>
            <a:r>
              <a:rPr sz="1724" spc="16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24" spc="-5" dirty="0">
                <a:solidFill>
                  <a:prstClr val="black"/>
                </a:solidFill>
                <a:latin typeface="Arial"/>
                <a:cs typeface="Arial"/>
              </a:rPr>
              <a:t>work</a:t>
            </a:r>
            <a:endParaRPr sz="1724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277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39460" y="4116035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0804" y="4232862"/>
            <a:ext cx="495620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Door</a:t>
            </a:r>
            <a:r>
              <a:rPr sz="908" spc="-3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No.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56424" y="4116035"/>
            <a:ext cx="882415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74508" y="4160940"/>
            <a:ext cx="440871" cy="29107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62820" marR="4611" indent="-51869" defTabSz="829909">
              <a:spcBef>
                <a:spcPts val="91"/>
              </a:spcBef>
              <a:defRPr/>
            </a:pPr>
            <a:r>
              <a:rPr sz="908" spc="14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il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g 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39204" y="4116035"/>
            <a:ext cx="885101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0850" y="4160940"/>
            <a:ext cx="440871" cy="29107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89907" marR="4611" indent="-78957" defTabSz="829909">
              <a:spcBef>
                <a:spcPts val="91"/>
              </a:spcBef>
              <a:defRPr/>
            </a:pPr>
            <a:r>
              <a:rPr sz="908" spc="14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il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g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87683" y="4116035"/>
            <a:ext cx="883748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6590" y="4232862"/>
            <a:ext cx="620678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Area</a:t>
            </a:r>
            <a:r>
              <a:rPr sz="908" spc="-2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04648" y="4116035"/>
            <a:ext cx="882411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59536" y="4232862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Area</a:t>
            </a:r>
            <a:r>
              <a:rPr sz="908" spc="-2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77898" y="4116035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24831" y="4232862"/>
            <a:ext cx="384394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str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65585" y="2243868"/>
            <a:ext cx="1027464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21099" y="2440247"/>
            <a:ext cx="516943" cy="583107"/>
          </a:xfrm>
          <a:prstGeom prst="rect">
            <a:avLst/>
          </a:prstGeom>
        </p:spPr>
        <p:txBody>
          <a:bodyPr vert="horz" wrap="square" lIns="0" tIns="7492" rIns="0" bIns="0" rtlCol="0">
            <a:spAutoFit/>
          </a:bodyPr>
          <a:lstStyle/>
          <a:p>
            <a:pPr marL="10950" marR="4611" indent="-576" algn="ctr" defTabSz="829909">
              <a:lnSpc>
                <a:spcPct val="102699"/>
              </a:lnSpc>
              <a:spcBef>
                <a:spcPts val="59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If      contains 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no.</a:t>
            </a:r>
            <a:r>
              <a:rPr sz="908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and 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left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 null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39455" y="3560685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95014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61928" y="2243868"/>
            <a:ext cx="1847050" cy="1267289"/>
            <a:chOff x="1452676" y="2472410"/>
            <a:chExt cx="2035175" cy="1396365"/>
          </a:xfrm>
        </p:grpSpPr>
        <p:sp>
          <p:nvSpPr>
            <p:cNvPr id="19" name="object 19"/>
            <p:cNvSpPr/>
            <p:nvPr/>
          </p:nvSpPr>
          <p:spPr>
            <a:xfrm>
              <a:off x="1452676" y="3584244"/>
              <a:ext cx="106045" cy="284480"/>
            </a:xfrm>
            <a:custGeom>
              <a:avLst/>
              <a:gdLst/>
              <a:ahLst/>
              <a:cxnLst/>
              <a:rect l="l" t="t" r="r" b="b"/>
              <a:pathLst>
                <a:path w="106044" h="284479">
                  <a:moveTo>
                    <a:pt x="5676" y="187540"/>
                  </a:moveTo>
                  <a:lnTo>
                    <a:pt x="850" y="190284"/>
                  </a:lnTo>
                  <a:lnTo>
                    <a:pt x="0" y="193370"/>
                  </a:lnTo>
                  <a:lnTo>
                    <a:pt x="51790" y="284340"/>
                  </a:lnTo>
                  <a:lnTo>
                    <a:pt x="57727" y="274396"/>
                  </a:lnTo>
                  <a:lnTo>
                    <a:pt x="46862" y="274294"/>
                  </a:lnTo>
                  <a:lnTo>
                    <a:pt x="47056" y="255682"/>
                  </a:lnTo>
                  <a:lnTo>
                    <a:pt x="8750" y="188379"/>
                  </a:lnTo>
                  <a:lnTo>
                    <a:pt x="5676" y="187540"/>
                  </a:lnTo>
                  <a:close/>
                </a:path>
                <a:path w="106044" h="284479">
                  <a:moveTo>
                    <a:pt x="47056" y="255682"/>
                  </a:moveTo>
                  <a:lnTo>
                    <a:pt x="46862" y="274294"/>
                  </a:lnTo>
                  <a:lnTo>
                    <a:pt x="56921" y="274396"/>
                  </a:lnTo>
                  <a:lnTo>
                    <a:pt x="56947" y="271856"/>
                  </a:lnTo>
                  <a:lnTo>
                    <a:pt x="47574" y="271767"/>
                  </a:lnTo>
                  <a:lnTo>
                    <a:pt x="51995" y="264361"/>
                  </a:lnTo>
                  <a:lnTo>
                    <a:pt x="47056" y="255682"/>
                  </a:lnTo>
                  <a:close/>
                </a:path>
                <a:path w="106044" h="284479">
                  <a:moveTo>
                    <a:pt x="99898" y="188518"/>
                  </a:moveTo>
                  <a:lnTo>
                    <a:pt x="96812" y="189293"/>
                  </a:lnTo>
                  <a:lnTo>
                    <a:pt x="57115" y="255785"/>
                  </a:lnTo>
                  <a:lnTo>
                    <a:pt x="56921" y="274396"/>
                  </a:lnTo>
                  <a:lnTo>
                    <a:pt x="57727" y="274396"/>
                  </a:lnTo>
                  <a:lnTo>
                    <a:pt x="105460" y="194462"/>
                  </a:lnTo>
                  <a:lnTo>
                    <a:pt x="104673" y="191376"/>
                  </a:lnTo>
                  <a:lnTo>
                    <a:pt x="99898" y="188518"/>
                  </a:lnTo>
                  <a:close/>
                </a:path>
                <a:path w="106044" h="284479">
                  <a:moveTo>
                    <a:pt x="51995" y="264361"/>
                  </a:moveTo>
                  <a:lnTo>
                    <a:pt x="47574" y="271767"/>
                  </a:lnTo>
                  <a:lnTo>
                    <a:pt x="56260" y="271856"/>
                  </a:lnTo>
                  <a:lnTo>
                    <a:pt x="51995" y="264361"/>
                  </a:lnTo>
                  <a:close/>
                </a:path>
                <a:path w="106044" h="284479">
                  <a:moveTo>
                    <a:pt x="57115" y="255785"/>
                  </a:moveTo>
                  <a:lnTo>
                    <a:pt x="51995" y="264361"/>
                  </a:lnTo>
                  <a:lnTo>
                    <a:pt x="56260" y="271856"/>
                  </a:lnTo>
                  <a:lnTo>
                    <a:pt x="56947" y="271856"/>
                  </a:lnTo>
                  <a:lnTo>
                    <a:pt x="57115" y="255785"/>
                  </a:lnTo>
                  <a:close/>
                </a:path>
                <a:path w="106044" h="284479">
                  <a:moveTo>
                    <a:pt x="49707" y="0"/>
                  </a:moveTo>
                  <a:lnTo>
                    <a:pt x="47056" y="255682"/>
                  </a:lnTo>
                  <a:lnTo>
                    <a:pt x="51995" y="264361"/>
                  </a:lnTo>
                  <a:lnTo>
                    <a:pt x="57115" y="255785"/>
                  </a:lnTo>
                  <a:lnTo>
                    <a:pt x="59778" y="114"/>
                  </a:lnTo>
                  <a:lnTo>
                    <a:pt x="49707" y="0"/>
                  </a:lnTo>
                  <a:close/>
                </a:path>
              </a:pathLst>
            </a:custGeom>
            <a:solidFill>
              <a:srgbClr val="00CB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356878" y="2472410"/>
              <a:ext cx="1130640" cy="108375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622925" y="2440247"/>
            <a:ext cx="545758" cy="583107"/>
          </a:xfrm>
          <a:prstGeom prst="rect">
            <a:avLst/>
          </a:prstGeom>
        </p:spPr>
        <p:txBody>
          <a:bodyPr vert="horz" wrap="square" lIns="0" tIns="7492" rIns="0" bIns="0" rtlCol="0">
            <a:spAutoFit/>
          </a:bodyPr>
          <a:lstStyle/>
          <a:p>
            <a:pPr marL="11527" marR="4611" algn="ctr" defTabSz="829909">
              <a:lnSpc>
                <a:spcPct val="102699"/>
              </a:lnSpc>
              <a:spcBef>
                <a:spcPts val="59"/>
              </a:spcBef>
              <a:defRPr/>
            </a:pP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If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token</a:t>
            </a:r>
            <a:r>
              <a:rPr sz="908" spc="-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to  right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of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building  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798178" y="2243868"/>
            <a:ext cx="1026127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67519" y="2335596"/>
            <a:ext cx="486399" cy="393450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11527" marR="4611" indent="1153" algn="ctr" defTabSz="829909">
              <a:lnSpc>
                <a:spcPct val="102200"/>
              </a:lnSpc>
              <a:spcBef>
                <a:spcPts val="68"/>
              </a:spcBef>
              <a:defRPr/>
            </a:pP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If      c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sz="817" spc="-5" dirty="0">
                <a:solidFill>
                  <a:srgbClr val="FF0000"/>
                </a:solidFill>
                <a:latin typeface="Arial"/>
                <a:cs typeface="Arial"/>
              </a:rPr>
              <a:t>d  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endParaRPr sz="81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54541" y="2728404"/>
            <a:ext cx="513486" cy="393450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11527" marR="4611" indent="-1729" algn="ctr" defTabSz="829909">
              <a:lnSpc>
                <a:spcPct val="102200"/>
              </a:lnSpc>
              <a:spcBef>
                <a:spcPts val="68"/>
              </a:spcBef>
              <a:defRPr/>
            </a:pP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dictionary  </a:t>
            </a:r>
            <a:r>
              <a:rPr sz="817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817" spc="-2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building  types</a:t>
            </a:r>
            <a:endParaRPr sz="81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213807" y="2243868"/>
            <a:ext cx="1027467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11952" y="2440247"/>
            <a:ext cx="429921" cy="583107"/>
          </a:xfrm>
          <a:prstGeom prst="rect">
            <a:avLst/>
          </a:prstGeom>
        </p:spPr>
        <p:txBody>
          <a:bodyPr vert="horz" wrap="square" lIns="0" tIns="7492" rIns="0" bIns="0" rtlCol="0">
            <a:spAutoFit/>
          </a:bodyPr>
          <a:lstStyle/>
          <a:p>
            <a:pPr marL="11527" marR="4611" algn="ctr" defTabSz="829909">
              <a:lnSpc>
                <a:spcPct val="102699"/>
              </a:lnSpc>
              <a:spcBef>
                <a:spcPts val="59"/>
              </a:spcBef>
              <a:defRPr/>
            </a:pP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If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right  token</a:t>
            </a:r>
            <a:r>
              <a:rPr sz="908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is 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Area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630774" y="2243868"/>
            <a:ext cx="1026127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76474" y="2299168"/>
            <a:ext cx="533656" cy="864545"/>
          </a:xfrm>
          <a:prstGeom prst="rect">
            <a:avLst/>
          </a:prstGeom>
        </p:spPr>
        <p:txBody>
          <a:bodyPr vert="horz" wrap="square" lIns="0" tIns="9221" rIns="0" bIns="0" rtlCol="0">
            <a:spAutoFit/>
          </a:bodyPr>
          <a:lstStyle/>
          <a:p>
            <a:pPr marL="10950" marR="4611" indent="1153" algn="ctr" defTabSz="829909">
              <a:lnSpc>
                <a:spcPct val="101600"/>
              </a:lnSpc>
              <a:spcBef>
                <a:spcPts val="73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If     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onta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d  in   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ona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 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Area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types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977893" y="2243868"/>
            <a:ext cx="1026127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5096" y="2401985"/>
            <a:ext cx="505994" cy="660106"/>
          </a:xfrm>
          <a:prstGeom prst="rect">
            <a:avLst/>
          </a:prstGeom>
        </p:spPr>
        <p:txBody>
          <a:bodyPr vert="horz" wrap="square" lIns="0" tIns="6339" rIns="0" bIns="0" rtlCol="0">
            <a:spAutoFit/>
          </a:bodyPr>
          <a:lstStyle/>
          <a:p>
            <a:pPr marL="11527" marR="4611" indent="1153" algn="ctr" defTabSz="829909">
              <a:lnSpc>
                <a:spcPct val="103899"/>
              </a:lnSpc>
              <a:spcBef>
                <a:spcPts val="50"/>
              </a:spcBef>
              <a:defRPr/>
            </a:pP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If       c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sz="817" spc="-5" dirty="0">
                <a:solidFill>
                  <a:srgbClr val="FF0000"/>
                </a:solidFill>
                <a:latin typeface="Arial"/>
                <a:cs typeface="Arial"/>
              </a:rPr>
              <a:t>d  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in      dictionary  </a:t>
            </a:r>
            <a:r>
              <a:rPr sz="817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817" spc="-3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districts</a:t>
            </a:r>
            <a:endParaRPr sz="81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382549" y="3560685"/>
            <a:ext cx="885100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40997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872048" y="3560685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27604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287679" y="3560685"/>
            <a:ext cx="883748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43233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630774" y="3560685"/>
            <a:ext cx="885096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89211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977893" y="3560685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33460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998409" y="2696900"/>
            <a:ext cx="949169" cy="814315"/>
          </a:xfrm>
          <a:custGeom>
            <a:avLst/>
            <a:gdLst/>
            <a:ahLst/>
            <a:cxnLst/>
            <a:rect l="l" t="t" r="r" b="b"/>
            <a:pathLst>
              <a:path w="1045844" h="897254">
                <a:moveTo>
                  <a:pt x="417601" y="58077"/>
                </a:moveTo>
                <a:lnTo>
                  <a:pt x="416242" y="58077"/>
                </a:lnTo>
                <a:lnTo>
                  <a:pt x="397497" y="58077"/>
                </a:lnTo>
                <a:lnTo>
                  <a:pt x="330631" y="96786"/>
                </a:lnTo>
                <a:lnTo>
                  <a:pt x="329806" y="99872"/>
                </a:lnTo>
                <a:lnTo>
                  <a:pt x="332600" y="104686"/>
                </a:lnTo>
                <a:lnTo>
                  <a:pt x="335673" y="105511"/>
                </a:lnTo>
                <a:lnTo>
                  <a:pt x="417601" y="58077"/>
                </a:lnTo>
                <a:close/>
              </a:path>
              <a:path w="1045844" h="897254">
                <a:moveTo>
                  <a:pt x="426250" y="53073"/>
                </a:moveTo>
                <a:lnTo>
                  <a:pt x="336042" y="0"/>
                </a:lnTo>
                <a:lnTo>
                  <a:pt x="332955" y="800"/>
                </a:lnTo>
                <a:lnTo>
                  <a:pt x="330136" y="5600"/>
                </a:lnTo>
                <a:lnTo>
                  <a:pt x="330936" y="8686"/>
                </a:lnTo>
                <a:lnTo>
                  <a:pt x="397662" y="47942"/>
                </a:lnTo>
                <a:lnTo>
                  <a:pt x="38" y="46558"/>
                </a:lnTo>
                <a:lnTo>
                  <a:pt x="0" y="56629"/>
                </a:lnTo>
                <a:lnTo>
                  <a:pt x="397611" y="58013"/>
                </a:lnTo>
                <a:lnTo>
                  <a:pt x="416242" y="58077"/>
                </a:lnTo>
                <a:lnTo>
                  <a:pt x="417715" y="58013"/>
                </a:lnTo>
                <a:lnTo>
                  <a:pt x="426250" y="53073"/>
                </a:lnTo>
                <a:close/>
              </a:path>
              <a:path w="1045844" h="897254">
                <a:moveTo>
                  <a:pt x="1045222" y="807123"/>
                </a:moveTo>
                <a:lnTo>
                  <a:pt x="1044435" y="804037"/>
                </a:lnTo>
                <a:lnTo>
                  <a:pt x="1039660" y="801179"/>
                </a:lnTo>
                <a:lnTo>
                  <a:pt x="1036574" y="801954"/>
                </a:lnTo>
                <a:lnTo>
                  <a:pt x="996873" y="868451"/>
                </a:lnTo>
                <a:lnTo>
                  <a:pt x="999540" y="612775"/>
                </a:lnTo>
                <a:lnTo>
                  <a:pt x="989469" y="612660"/>
                </a:lnTo>
                <a:lnTo>
                  <a:pt x="986815" y="868349"/>
                </a:lnTo>
                <a:lnTo>
                  <a:pt x="948512" y="801039"/>
                </a:lnTo>
                <a:lnTo>
                  <a:pt x="945438" y="800201"/>
                </a:lnTo>
                <a:lnTo>
                  <a:pt x="940600" y="802944"/>
                </a:lnTo>
                <a:lnTo>
                  <a:pt x="939761" y="806030"/>
                </a:lnTo>
                <a:lnTo>
                  <a:pt x="991552" y="897001"/>
                </a:lnTo>
                <a:lnTo>
                  <a:pt x="997483" y="887056"/>
                </a:lnTo>
                <a:lnTo>
                  <a:pt x="1045222" y="807123"/>
                </a:lnTo>
                <a:close/>
              </a:path>
            </a:pathLst>
          </a:custGeom>
          <a:solidFill>
            <a:srgbClr val="00CBFF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451648" y="2679438"/>
            <a:ext cx="5077802" cy="831605"/>
          </a:xfrm>
          <a:custGeom>
            <a:avLst/>
            <a:gdLst/>
            <a:ahLst/>
            <a:cxnLst/>
            <a:rect l="l" t="t" r="r" b="b"/>
            <a:pathLst>
              <a:path w="5594984" h="916304">
                <a:moveTo>
                  <a:pt x="417601" y="58064"/>
                </a:moveTo>
                <a:lnTo>
                  <a:pt x="416242" y="58064"/>
                </a:lnTo>
                <a:lnTo>
                  <a:pt x="397484" y="58064"/>
                </a:lnTo>
                <a:lnTo>
                  <a:pt x="330619" y="96786"/>
                </a:lnTo>
                <a:lnTo>
                  <a:pt x="329806" y="99872"/>
                </a:lnTo>
                <a:lnTo>
                  <a:pt x="332587" y="104686"/>
                </a:lnTo>
                <a:lnTo>
                  <a:pt x="335673" y="105498"/>
                </a:lnTo>
                <a:lnTo>
                  <a:pt x="417601" y="58064"/>
                </a:lnTo>
                <a:close/>
              </a:path>
              <a:path w="5594984" h="916304">
                <a:moveTo>
                  <a:pt x="426250" y="53060"/>
                </a:moveTo>
                <a:lnTo>
                  <a:pt x="336029" y="0"/>
                </a:lnTo>
                <a:lnTo>
                  <a:pt x="332943" y="800"/>
                </a:lnTo>
                <a:lnTo>
                  <a:pt x="330136" y="5588"/>
                </a:lnTo>
                <a:lnTo>
                  <a:pt x="330936" y="8674"/>
                </a:lnTo>
                <a:lnTo>
                  <a:pt x="397649" y="47929"/>
                </a:lnTo>
                <a:lnTo>
                  <a:pt x="25" y="46545"/>
                </a:lnTo>
                <a:lnTo>
                  <a:pt x="0" y="56616"/>
                </a:lnTo>
                <a:lnTo>
                  <a:pt x="397598" y="58000"/>
                </a:lnTo>
                <a:lnTo>
                  <a:pt x="416242" y="58064"/>
                </a:lnTo>
                <a:lnTo>
                  <a:pt x="417715" y="58000"/>
                </a:lnTo>
                <a:lnTo>
                  <a:pt x="426250" y="53060"/>
                </a:lnTo>
                <a:close/>
              </a:path>
              <a:path w="5594984" h="916304">
                <a:moveTo>
                  <a:pt x="1216875" y="826363"/>
                </a:moveTo>
                <a:lnTo>
                  <a:pt x="1216101" y="823277"/>
                </a:lnTo>
                <a:lnTo>
                  <a:pt x="1211326" y="820420"/>
                </a:lnTo>
                <a:lnTo>
                  <a:pt x="1208239" y="821194"/>
                </a:lnTo>
                <a:lnTo>
                  <a:pt x="1168539" y="887679"/>
                </a:lnTo>
                <a:lnTo>
                  <a:pt x="1171206" y="632015"/>
                </a:lnTo>
                <a:lnTo>
                  <a:pt x="1161135" y="631901"/>
                </a:lnTo>
                <a:lnTo>
                  <a:pt x="1158468" y="887564"/>
                </a:lnTo>
                <a:lnTo>
                  <a:pt x="1120178" y="820280"/>
                </a:lnTo>
                <a:lnTo>
                  <a:pt x="1117092" y="819442"/>
                </a:lnTo>
                <a:lnTo>
                  <a:pt x="1112266" y="822185"/>
                </a:lnTo>
                <a:lnTo>
                  <a:pt x="1111427" y="825271"/>
                </a:lnTo>
                <a:lnTo>
                  <a:pt x="1163205" y="916241"/>
                </a:lnTo>
                <a:lnTo>
                  <a:pt x="1169136" y="906297"/>
                </a:lnTo>
                <a:lnTo>
                  <a:pt x="1216875" y="826363"/>
                </a:lnTo>
                <a:close/>
              </a:path>
              <a:path w="5594984" h="916304">
                <a:moveTo>
                  <a:pt x="1938921" y="58064"/>
                </a:moveTo>
                <a:lnTo>
                  <a:pt x="1937575" y="58064"/>
                </a:lnTo>
                <a:lnTo>
                  <a:pt x="1918830" y="58064"/>
                </a:lnTo>
                <a:lnTo>
                  <a:pt x="1851964" y="96786"/>
                </a:lnTo>
                <a:lnTo>
                  <a:pt x="1851139" y="99872"/>
                </a:lnTo>
                <a:lnTo>
                  <a:pt x="1853920" y="104686"/>
                </a:lnTo>
                <a:lnTo>
                  <a:pt x="1856994" y="105498"/>
                </a:lnTo>
                <a:lnTo>
                  <a:pt x="1938921" y="58064"/>
                </a:lnTo>
                <a:close/>
              </a:path>
              <a:path w="5594984" h="916304">
                <a:moveTo>
                  <a:pt x="1947570" y="53060"/>
                </a:moveTo>
                <a:lnTo>
                  <a:pt x="1857362" y="0"/>
                </a:lnTo>
                <a:lnTo>
                  <a:pt x="1854276" y="800"/>
                </a:lnTo>
                <a:lnTo>
                  <a:pt x="1851456" y="5588"/>
                </a:lnTo>
                <a:lnTo>
                  <a:pt x="1852269" y="8674"/>
                </a:lnTo>
                <a:lnTo>
                  <a:pt x="1918982" y="47929"/>
                </a:lnTo>
                <a:lnTo>
                  <a:pt x="1521358" y="46545"/>
                </a:lnTo>
                <a:lnTo>
                  <a:pt x="1521320" y="56616"/>
                </a:lnTo>
                <a:lnTo>
                  <a:pt x="1918931" y="58000"/>
                </a:lnTo>
                <a:lnTo>
                  <a:pt x="1937575" y="58064"/>
                </a:lnTo>
                <a:lnTo>
                  <a:pt x="1939036" y="58000"/>
                </a:lnTo>
                <a:lnTo>
                  <a:pt x="1947570" y="53060"/>
                </a:lnTo>
                <a:close/>
              </a:path>
              <a:path w="5594984" h="916304">
                <a:moveTo>
                  <a:pt x="2637574" y="826363"/>
                </a:moveTo>
                <a:lnTo>
                  <a:pt x="2636799" y="823277"/>
                </a:lnTo>
                <a:lnTo>
                  <a:pt x="2632024" y="820420"/>
                </a:lnTo>
                <a:lnTo>
                  <a:pt x="2628938" y="821194"/>
                </a:lnTo>
                <a:lnTo>
                  <a:pt x="2589238" y="887679"/>
                </a:lnTo>
                <a:lnTo>
                  <a:pt x="2591905" y="632015"/>
                </a:lnTo>
                <a:lnTo>
                  <a:pt x="2581833" y="631901"/>
                </a:lnTo>
                <a:lnTo>
                  <a:pt x="2579166" y="887564"/>
                </a:lnTo>
                <a:lnTo>
                  <a:pt x="2540876" y="820280"/>
                </a:lnTo>
                <a:lnTo>
                  <a:pt x="2537803" y="819442"/>
                </a:lnTo>
                <a:lnTo>
                  <a:pt x="2532964" y="822185"/>
                </a:lnTo>
                <a:lnTo>
                  <a:pt x="2532126" y="825271"/>
                </a:lnTo>
                <a:lnTo>
                  <a:pt x="2583904" y="916241"/>
                </a:lnTo>
                <a:lnTo>
                  <a:pt x="2589834" y="906297"/>
                </a:lnTo>
                <a:lnTo>
                  <a:pt x="2637574" y="826363"/>
                </a:lnTo>
                <a:close/>
              </a:path>
              <a:path w="5594984" h="916304">
                <a:moveTo>
                  <a:pt x="3509099" y="78790"/>
                </a:moveTo>
                <a:lnTo>
                  <a:pt x="3507740" y="78790"/>
                </a:lnTo>
                <a:lnTo>
                  <a:pt x="3488994" y="78790"/>
                </a:lnTo>
                <a:lnTo>
                  <a:pt x="3422129" y="117513"/>
                </a:lnTo>
                <a:lnTo>
                  <a:pt x="3421303" y="120599"/>
                </a:lnTo>
                <a:lnTo>
                  <a:pt x="3424085" y="125412"/>
                </a:lnTo>
                <a:lnTo>
                  <a:pt x="3427171" y="126225"/>
                </a:lnTo>
                <a:lnTo>
                  <a:pt x="3509099" y="78790"/>
                </a:lnTo>
                <a:close/>
              </a:path>
              <a:path w="5594984" h="916304">
                <a:moveTo>
                  <a:pt x="3517747" y="73787"/>
                </a:moveTo>
                <a:lnTo>
                  <a:pt x="3427539" y="20726"/>
                </a:lnTo>
                <a:lnTo>
                  <a:pt x="3424453" y="21526"/>
                </a:lnTo>
                <a:lnTo>
                  <a:pt x="3421634" y="26327"/>
                </a:lnTo>
                <a:lnTo>
                  <a:pt x="3422434" y="29413"/>
                </a:lnTo>
                <a:lnTo>
                  <a:pt x="3489147" y="68656"/>
                </a:lnTo>
                <a:lnTo>
                  <a:pt x="3091535" y="67271"/>
                </a:lnTo>
                <a:lnTo>
                  <a:pt x="3091484" y="77343"/>
                </a:lnTo>
                <a:lnTo>
                  <a:pt x="3489109" y="78727"/>
                </a:lnTo>
                <a:lnTo>
                  <a:pt x="3507740" y="78790"/>
                </a:lnTo>
                <a:lnTo>
                  <a:pt x="3509213" y="78727"/>
                </a:lnTo>
                <a:lnTo>
                  <a:pt x="3517747" y="73787"/>
                </a:lnTo>
                <a:close/>
              </a:path>
              <a:path w="5594984" h="916304">
                <a:moveTo>
                  <a:pt x="4244746" y="826363"/>
                </a:moveTo>
                <a:lnTo>
                  <a:pt x="4243959" y="823277"/>
                </a:lnTo>
                <a:lnTo>
                  <a:pt x="4239184" y="820420"/>
                </a:lnTo>
                <a:lnTo>
                  <a:pt x="4236097" y="821194"/>
                </a:lnTo>
                <a:lnTo>
                  <a:pt x="4196397" y="887691"/>
                </a:lnTo>
                <a:lnTo>
                  <a:pt x="4199064" y="632015"/>
                </a:lnTo>
                <a:lnTo>
                  <a:pt x="4189006" y="631901"/>
                </a:lnTo>
                <a:lnTo>
                  <a:pt x="4186339" y="887590"/>
                </a:lnTo>
                <a:lnTo>
                  <a:pt x="4148036" y="820280"/>
                </a:lnTo>
                <a:lnTo>
                  <a:pt x="4144962" y="819442"/>
                </a:lnTo>
                <a:lnTo>
                  <a:pt x="4140136" y="822185"/>
                </a:lnTo>
                <a:lnTo>
                  <a:pt x="4139285" y="825271"/>
                </a:lnTo>
                <a:lnTo>
                  <a:pt x="4191076" y="916241"/>
                </a:lnTo>
                <a:lnTo>
                  <a:pt x="4197007" y="906297"/>
                </a:lnTo>
                <a:lnTo>
                  <a:pt x="4244746" y="826363"/>
                </a:lnTo>
                <a:close/>
              </a:path>
              <a:path w="5594984" h="916304">
                <a:moveTo>
                  <a:pt x="5009477" y="82677"/>
                </a:moveTo>
                <a:lnTo>
                  <a:pt x="4919307" y="29540"/>
                </a:lnTo>
                <a:lnTo>
                  <a:pt x="4916221" y="30340"/>
                </a:lnTo>
                <a:lnTo>
                  <a:pt x="4913401" y="35140"/>
                </a:lnTo>
                <a:lnTo>
                  <a:pt x="4914201" y="38227"/>
                </a:lnTo>
                <a:lnTo>
                  <a:pt x="4980889" y="77520"/>
                </a:lnTo>
                <a:lnTo>
                  <a:pt x="4654296" y="76161"/>
                </a:lnTo>
                <a:lnTo>
                  <a:pt x="4654258" y="86233"/>
                </a:lnTo>
                <a:lnTo>
                  <a:pt x="4980838" y="87591"/>
                </a:lnTo>
                <a:lnTo>
                  <a:pt x="4913833" y="126326"/>
                </a:lnTo>
                <a:lnTo>
                  <a:pt x="4913007" y="129413"/>
                </a:lnTo>
                <a:lnTo>
                  <a:pt x="4915789" y="134226"/>
                </a:lnTo>
                <a:lnTo>
                  <a:pt x="4918862" y="135051"/>
                </a:lnTo>
                <a:lnTo>
                  <a:pt x="5000841" y="87668"/>
                </a:lnTo>
                <a:lnTo>
                  <a:pt x="5009477" y="82677"/>
                </a:lnTo>
                <a:close/>
              </a:path>
              <a:path w="5594984" h="916304">
                <a:moveTo>
                  <a:pt x="5594401" y="826363"/>
                </a:moveTo>
                <a:lnTo>
                  <a:pt x="5593626" y="823277"/>
                </a:lnTo>
                <a:lnTo>
                  <a:pt x="5588851" y="820420"/>
                </a:lnTo>
                <a:lnTo>
                  <a:pt x="5585765" y="821194"/>
                </a:lnTo>
                <a:lnTo>
                  <a:pt x="5546064" y="887691"/>
                </a:lnTo>
                <a:lnTo>
                  <a:pt x="5548731" y="632015"/>
                </a:lnTo>
                <a:lnTo>
                  <a:pt x="5538660" y="631901"/>
                </a:lnTo>
                <a:lnTo>
                  <a:pt x="5535993" y="887564"/>
                </a:lnTo>
                <a:lnTo>
                  <a:pt x="5497703" y="820280"/>
                </a:lnTo>
                <a:lnTo>
                  <a:pt x="5494629" y="819442"/>
                </a:lnTo>
                <a:lnTo>
                  <a:pt x="5489791" y="822185"/>
                </a:lnTo>
                <a:lnTo>
                  <a:pt x="5488952" y="825271"/>
                </a:lnTo>
                <a:lnTo>
                  <a:pt x="5540743" y="916241"/>
                </a:lnTo>
                <a:lnTo>
                  <a:pt x="5546674" y="906297"/>
                </a:lnTo>
                <a:lnTo>
                  <a:pt x="5594401" y="826363"/>
                </a:lnTo>
                <a:close/>
              </a:path>
            </a:pathLst>
          </a:custGeom>
          <a:solidFill>
            <a:srgbClr val="00CBFF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548806" y="1365389"/>
            <a:ext cx="6617440" cy="4031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3664631" y="1414208"/>
            <a:ext cx="4383357" cy="276968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1724" b="0" spc="-23" dirty="0">
                <a:solidFill>
                  <a:srgbClr val="385083"/>
                </a:solidFill>
                <a:latin typeface="Arial"/>
                <a:cs typeface="Arial"/>
              </a:rPr>
              <a:t>H171 Valecha Apartments </a:t>
            </a:r>
            <a:r>
              <a:rPr sz="1724" b="0" spc="-18" dirty="0">
                <a:solidFill>
                  <a:srgbClr val="385083"/>
                </a:solidFill>
                <a:latin typeface="Arial"/>
                <a:cs typeface="Arial"/>
              </a:rPr>
              <a:t>Saki Naka</a:t>
            </a:r>
            <a:r>
              <a:rPr sz="1724" b="0" spc="-95" dirty="0">
                <a:solidFill>
                  <a:srgbClr val="385083"/>
                </a:solidFill>
                <a:latin typeface="Arial"/>
                <a:cs typeface="Arial"/>
              </a:rPr>
              <a:t> </a:t>
            </a:r>
            <a:r>
              <a:rPr sz="1724" b="0" spc="-23" dirty="0">
                <a:solidFill>
                  <a:srgbClr val="385083"/>
                </a:solidFill>
                <a:latin typeface="Arial"/>
                <a:cs typeface="Arial"/>
              </a:rPr>
              <a:t>Mumbai</a:t>
            </a:r>
            <a:endParaRPr sz="1724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46852" y="2810925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715605" y="2808158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2929FF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179437" y="2810925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95067" y="2810925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010696" y="2810925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324752" y="3242460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740375" y="3314382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77005" y="3314382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93303" y="3242460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477489" y="3242460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654715" y="3314382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871122" y="1837882"/>
            <a:ext cx="1225795" cy="232826"/>
          </a:xfrm>
          <a:custGeom>
            <a:avLst/>
            <a:gdLst/>
            <a:ahLst/>
            <a:cxnLst/>
            <a:rect l="l" t="t" r="r" b="b"/>
            <a:pathLst>
              <a:path w="1350645" h="256540">
                <a:moveTo>
                  <a:pt x="81064" y="151955"/>
                </a:moveTo>
                <a:lnTo>
                  <a:pt x="0" y="218173"/>
                </a:lnTo>
                <a:lnTo>
                  <a:pt x="97510" y="256171"/>
                </a:lnTo>
                <a:lnTo>
                  <a:pt x="100431" y="254888"/>
                </a:lnTo>
                <a:lnTo>
                  <a:pt x="102450" y="249707"/>
                </a:lnTo>
                <a:lnTo>
                  <a:pt x="101168" y="246786"/>
                </a:lnTo>
                <a:lnTo>
                  <a:pt x="36501" y="221589"/>
                </a:lnTo>
                <a:lnTo>
                  <a:pt x="10642" y="221589"/>
                </a:lnTo>
                <a:lnTo>
                  <a:pt x="9067" y="211645"/>
                </a:lnTo>
                <a:lnTo>
                  <a:pt x="27470" y="208738"/>
                </a:lnTo>
                <a:lnTo>
                  <a:pt x="87439" y="159765"/>
                </a:lnTo>
                <a:lnTo>
                  <a:pt x="87756" y="156590"/>
                </a:lnTo>
                <a:lnTo>
                  <a:pt x="84239" y="152285"/>
                </a:lnTo>
                <a:lnTo>
                  <a:pt x="81064" y="151955"/>
                </a:lnTo>
                <a:close/>
              </a:path>
              <a:path w="1350645" h="256540">
                <a:moveTo>
                  <a:pt x="27470" y="208738"/>
                </a:moveTo>
                <a:lnTo>
                  <a:pt x="9067" y="211645"/>
                </a:lnTo>
                <a:lnTo>
                  <a:pt x="10642" y="221589"/>
                </a:lnTo>
                <a:lnTo>
                  <a:pt x="17476" y="220510"/>
                </a:lnTo>
                <a:lnTo>
                  <a:pt x="13055" y="220510"/>
                </a:lnTo>
                <a:lnTo>
                  <a:pt x="11696" y="211924"/>
                </a:lnTo>
                <a:lnTo>
                  <a:pt x="23568" y="211924"/>
                </a:lnTo>
                <a:lnTo>
                  <a:pt x="27470" y="208738"/>
                </a:lnTo>
                <a:close/>
              </a:path>
              <a:path w="1350645" h="256540">
                <a:moveTo>
                  <a:pt x="29041" y="218683"/>
                </a:moveTo>
                <a:lnTo>
                  <a:pt x="10642" y="221589"/>
                </a:lnTo>
                <a:lnTo>
                  <a:pt x="36501" y="221589"/>
                </a:lnTo>
                <a:lnTo>
                  <a:pt x="29041" y="218683"/>
                </a:lnTo>
                <a:close/>
              </a:path>
              <a:path w="1350645" h="256540">
                <a:moveTo>
                  <a:pt x="11696" y="211924"/>
                </a:moveTo>
                <a:lnTo>
                  <a:pt x="13055" y="220510"/>
                </a:lnTo>
                <a:lnTo>
                  <a:pt x="19733" y="215056"/>
                </a:lnTo>
                <a:lnTo>
                  <a:pt x="11696" y="211924"/>
                </a:lnTo>
                <a:close/>
              </a:path>
              <a:path w="1350645" h="256540">
                <a:moveTo>
                  <a:pt x="19733" y="215056"/>
                </a:moveTo>
                <a:lnTo>
                  <a:pt x="13055" y="220510"/>
                </a:lnTo>
                <a:lnTo>
                  <a:pt x="17476" y="220510"/>
                </a:lnTo>
                <a:lnTo>
                  <a:pt x="29041" y="218683"/>
                </a:lnTo>
                <a:lnTo>
                  <a:pt x="19733" y="215056"/>
                </a:lnTo>
                <a:close/>
              </a:path>
              <a:path w="1350645" h="256540">
                <a:moveTo>
                  <a:pt x="1348905" y="0"/>
                </a:moveTo>
                <a:lnTo>
                  <a:pt x="27470" y="208738"/>
                </a:lnTo>
                <a:lnTo>
                  <a:pt x="19733" y="215056"/>
                </a:lnTo>
                <a:lnTo>
                  <a:pt x="29041" y="218683"/>
                </a:lnTo>
                <a:lnTo>
                  <a:pt x="1350479" y="9944"/>
                </a:lnTo>
                <a:lnTo>
                  <a:pt x="1348905" y="0"/>
                </a:lnTo>
                <a:close/>
              </a:path>
              <a:path w="1350645" h="256540">
                <a:moveTo>
                  <a:pt x="23568" y="211924"/>
                </a:moveTo>
                <a:lnTo>
                  <a:pt x="11696" y="211924"/>
                </a:lnTo>
                <a:lnTo>
                  <a:pt x="19733" y="215056"/>
                </a:lnTo>
                <a:lnTo>
                  <a:pt x="23568" y="211924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433909" y="3251613"/>
            <a:ext cx="1385431" cy="258184"/>
          </a:xfrm>
          <a:custGeom>
            <a:avLst/>
            <a:gdLst/>
            <a:ahLst/>
            <a:cxnLst/>
            <a:rect l="l" t="t" r="r" b="b"/>
            <a:pathLst>
              <a:path w="1526539" h="284479">
                <a:moveTo>
                  <a:pt x="105448" y="194157"/>
                </a:moveTo>
                <a:lnTo>
                  <a:pt x="104660" y="191058"/>
                </a:lnTo>
                <a:lnTo>
                  <a:pt x="99872" y="188239"/>
                </a:lnTo>
                <a:lnTo>
                  <a:pt x="96786" y="189026"/>
                </a:lnTo>
                <a:lnTo>
                  <a:pt x="57454" y="255663"/>
                </a:lnTo>
                <a:lnTo>
                  <a:pt x="57353" y="271805"/>
                </a:lnTo>
                <a:lnTo>
                  <a:pt x="57429" y="255714"/>
                </a:lnTo>
                <a:lnTo>
                  <a:pt x="58775" y="50"/>
                </a:lnTo>
                <a:lnTo>
                  <a:pt x="48704" y="0"/>
                </a:lnTo>
                <a:lnTo>
                  <a:pt x="47358" y="255663"/>
                </a:lnTo>
                <a:lnTo>
                  <a:pt x="8724" y="188569"/>
                </a:lnTo>
                <a:lnTo>
                  <a:pt x="5638" y="187744"/>
                </a:lnTo>
                <a:lnTo>
                  <a:pt x="825" y="190525"/>
                </a:lnTo>
                <a:lnTo>
                  <a:pt x="0" y="193598"/>
                </a:lnTo>
                <a:lnTo>
                  <a:pt x="52260" y="284314"/>
                </a:lnTo>
                <a:lnTo>
                  <a:pt x="58140" y="274345"/>
                </a:lnTo>
                <a:lnTo>
                  <a:pt x="105448" y="194157"/>
                </a:lnTo>
                <a:close/>
              </a:path>
              <a:path w="1526539" h="284479">
                <a:moveTo>
                  <a:pt x="1526159" y="194157"/>
                </a:moveTo>
                <a:lnTo>
                  <a:pt x="1525358" y="191058"/>
                </a:lnTo>
                <a:lnTo>
                  <a:pt x="1520571" y="188239"/>
                </a:lnTo>
                <a:lnTo>
                  <a:pt x="1517484" y="189026"/>
                </a:lnTo>
                <a:lnTo>
                  <a:pt x="1478153" y="255663"/>
                </a:lnTo>
                <a:lnTo>
                  <a:pt x="1478051" y="271805"/>
                </a:lnTo>
                <a:lnTo>
                  <a:pt x="1478127" y="255714"/>
                </a:lnTo>
                <a:lnTo>
                  <a:pt x="1479461" y="50"/>
                </a:lnTo>
                <a:lnTo>
                  <a:pt x="1469402" y="0"/>
                </a:lnTo>
                <a:lnTo>
                  <a:pt x="1468056" y="255663"/>
                </a:lnTo>
                <a:lnTo>
                  <a:pt x="1429423" y="188569"/>
                </a:lnTo>
                <a:lnTo>
                  <a:pt x="1426337" y="187744"/>
                </a:lnTo>
                <a:lnTo>
                  <a:pt x="1421523" y="190525"/>
                </a:lnTo>
                <a:lnTo>
                  <a:pt x="1420698" y="193598"/>
                </a:lnTo>
                <a:lnTo>
                  <a:pt x="1472958" y="284314"/>
                </a:lnTo>
                <a:lnTo>
                  <a:pt x="1478838" y="274345"/>
                </a:lnTo>
                <a:lnTo>
                  <a:pt x="1526159" y="194157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160505" y="1773647"/>
            <a:ext cx="4899724" cy="297948"/>
          </a:xfrm>
          <a:custGeom>
            <a:avLst/>
            <a:gdLst/>
            <a:ahLst/>
            <a:cxnLst/>
            <a:rect l="l" t="t" r="r" b="b"/>
            <a:pathLst>
              <a:path w="5398770" h="328294">
                <a:moveTo>
                  <a:pt x="641375" y="9283"/>
                </a:moveTo>
                <a:lnTo>
                  <a:pt x="637286" y="76"/>
                </a:lnTo>
                <a:lnTo>
                  <a:pt x="24091" y="272732"/>
                </a:lnTo>
                <a:lnTo>
                  <a:pt x="69342" y="209905"/>
                </a:lnTo>
                <a:lnTo>
                  <a:pt x="68834" y="206756"/>
                </a:lnTo>
                <a:lnTo>
                  <a:pt x="64325" y="203504"/>
                </a:lnTo>
                <a:lnTo>
                  <a:pt x="61175" y="204025"/>
                </a:lnTo>
                <a:lnTo>
                  <a:pt x="0" y="288950"/>
                </a:lnTo>
                <a:lnTo>
                  <a:pt x="104013" y="300431"/>
                </a:lnTo>
                <a:lnTo>
                  <a:pt x="106502" y="298437"/>
                </a:lnTo>
                <a:lnTo>
                  <a:pt x="107111" y="292912"/>
                </a:lnTo>
                <a:lnTo>
                  <a:pt x="105117" y="290423"/>
                </a:lnTo>
                <a:lnTo>
                  <a:pt x="96710" y="289496"/>
                </a:lnTo>
                <a:lnTo>
                  <a:pt x="28168" y="281940"/>
                </a:lnTo>
                <a:lnTo>
                  <a:pt x="641375" y="9283"/>
                </a:lnTo>
                <a:close/>
              </a:path>
              <a:path w="5398770" h="328294">
                <a:moveTo>
                  <a:pt x="1921103" y="8610"/>
                </a:moveTo>
                <a:lnTo>
                  <a:pt x="1914817" y="749"/>
                </a:lnTo>
                <a:lnTo>
                  <a:pt x="1581950" y="267169"/>
                </a:lnTo>
                <a:lnTo>
                  <a:pt x="1609801" y="194894"/>
                </a:lnTo>
                <a:lnTo>
                  <a:pt x="1608518" y="191985"/>
                </a:lnTo>
                <a:lnTo>
                  <a:pt x="1603324" y="189979"/>
                </a:lnTo>
                <a:lnTo>
                  <a:pt x="1600415" y="191274"/>
                </a:lnTo>
                <a:lnTo>
                  <a:pt x="1562760" y="288963"/>
                </a:lnTo>
                <a:lnTo>
                  <a:pt x="1578394" y="286651"/>
                </a:lnTo>
                <a:lnTo>
                  <a:pt x="1666290" y="273659"/>
                </a:lnTo>
                <a:lnTo>
                  <a:pt x="1668195" y="271094"/>
                </a:lnTo>
                <a:lnTo>
                  <a:pt x="1667383" y="265595"/>
                </a:lnTo>
                <a:lnTo>
                  <a:pt x="1664817" y="263690"/>
                </a:lnTo>
                <a:lnTo>
                  <a:pt x="1588249" y="275018"/>
                </a:lnTo>
                <a:lnTo>
                  <a:pt x="1921103" y="8610"/>
                </a:lnTo>
                <a:close/>
              </a:path>
              <a:path w="5398770" h="328294">
                <a:moveTo>
                  <a:pt x="2706090" y="184492"/>
                </a:moveTo>
                <a:lnTo>
                  <a:pt x="2703982" y="182092"/>
                </a:lnTo>
                <a:lnTo>
                  <a:pt x="2698445" y="181737"/>
                </a:lnTo>
                <a:lnTo>
                  <a:pt x="2696045" y="183845"/>
                </a:lnTo>
                <a:lnTo>
                  <a:pt x="2691053" y="261124"/>
                </a:lnTo>
                <a:lnTo>
                  <a:pt x="2561780" y="2425"/>
                </a:lnTo>
                <a:lnTo>
                  <a:pt x="2552776" y="6934"/>
                </a:lnTo>
                <a:lnTo>
                  <a:pt x="2682049" y="265620"/>
                </a:lnTo>
                <a:lnTo>
                  <a:pt x="2617279" y="223240"/>
                </a:lnTo>
                <a:lnTo>
                  <a:pt x="2614155" y="223901"/>
                </a:lnTo>
                <a:lnTo>
                  <a:pt x="2611107" y="228549"/>
                </a:lnTo>
                <a:lnTo>
                  <a:pt x="2611767" y="231673"/>
                </a:lnTo>
                <a:lnTo>
                  <a:pt x="2699359" y="288963"/>
                </a:lnTo>
                <a:lnTo>
                  <a:pt x="2699778" y="282282"/>
                </a:lnTo>
                <a:lnTo>
                  <a:pt x="2706090" y="184492"/>
                </a:lnTo>
                <a:close/>
              </a:path>
              <a:path w="5398770" h="328294">
                <a:moveTo>
                  <a:pt x="3835920" y="288950"/>
                </a:moveTo>
                <a:lnTo>
                  <a:pt x="3771582" y="206387"/>
                </a:lnTo>
                <a:lnTo>
                  <a:pt x="3768420" y="205994"/>
                </a:lnTo>
                <a:lnTo>
                  <a:pt x="3764026" y="209410"/>
                </a:lnTo>
                <a:lnTo>
                  <a:pt x="3763632" y="212585"/>
                </a:lnTo>
                <a:lnTo>
                  <a:pt x="3811219" y="273659"/>
                </a:lnTo>
                <a:lnTo>
                  <a:pt x="3127425" y="0"/>
                </a:lnTo>
                <a:lnTo>
                  <a:pt x="3123679" y="9359"/>
                </a:lnTo>
                <a:lnTo>
                  <a:pt x="3807498" y="283006"/>
                </a:lnTo>
                <a:lnTo>
                  <a:pt x="3730929" y="294386"/>
                </a:lnTo>
                <a:lnTo>
                  <a:pt x="3729037" y="296951"/>
                </a:lnTo>
                <a:lnTo>
                  <a:pt x="3729850" y="302450"/>
                </a:lnTo>
                <a:lnTo>
                  <a:pt x="3732415" y="304342"/>
                </a:lnTo>
                <a:lnTo>
                  <a:pt x="3829418" y="289915"/>
                </a:lnTo>
                <a:lnTo>
                  <a:pt x="3835920" y="288950"/>
                </a:lnTo>
                <a:close/>
              </a:path>
              <a:path w="5398770" h="328294">
                <a:moveTo>
                  <a:pt x="5398694" y="288950"/>
                </a:moveTo>
                <a:lnTo>
                  <a:pt x="5317121" y="223367"/>
                </a:lnTo>
                <a:lnTo>
                  <a:pt x="5313959" y="223710"/>
                </a:lnTo>
                <a:lnTo>
                  <a:pt x="5310467" y="228041"/>
                </a:lnTo>
                <a:lnTo>
                  <a:pt x="5310810" y="231216"/>
                </a:lnTo>
                <a:lnTo>
                  <a:pt x="5371147" y="279730"/>
                </a:lnTo>
                <a:lnTo>
                  <a:pt x="3978719" y="70764"/>
                </a:lnTo>
                <a:lnTo>
                  <a:pt x="3977221" y="80733"/>
                </a:lnTo>
                <a:lnTo>
                  <a:pt x="5369661" y="289687"/>
                </a:lnTo>
                <a:lnTo>
                  <a:pt x="5297754" y="318350"/>
                </a:lnTo>
                <a:lnTo>
                  <a:pt x="5296497" y="321271"/>
                </a:lnTo>
                <a:lnTo>
                  <a:pt x="5298554" y="326440"/>
                </a:lnTo>
                <a:lnTo>
                  <a:pt x="5301475" y="327698"/>
                </a:lnTo>
                <a:lnTo>
                  <a:pt x="5389931" y="292442"/>
                </a:lnTo>
                <a:lnTo>
                  <a:pt x="5398694" y="28895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332306" y="3251613"/>
            <a:ext cx="4068696" cy="258184"/>
          </a:xfrm>
          <a:custGeom>
            <a:avLst/>
            <a:gdLst/>
            <a:ahLst/>
            <a:cxnLst/>
            <a:rect l="l" t="t" r="r" b="b"/>
            <a:pathLst>
              <a:path w="4483100" h="284479">
                <a:moveTo>
                  <a:pt x="105460" y="194157"/>
                </a:moveTo>
                <a:lnTo>
                  <a:pt x="104673" y="191058"/>
                </a:lnTo>
                <a:lnTo>
                  <a:pt x="99872" y="188239"/>
                </a:lnTo>
                <a:lnTo>
                  <a:pt x="96786" y="189026"/>
                </a:lnTo>
                <a:lnTo>
                  <a:pt x="57467" y="255663"/>
                </a:lnTo>
                <a:lnTo>
                  <a:pt x="57365" y="271805"/>
                </a:lnTo>
                <a:lnTo>
                  <a:pt x="57442" y="255714"/>
                </a:lnTo>
                <a:lnTo>
                  <a:pt x="58775" y="50"/>
                </a:lnTo>
                <a:lnTo>
                  <a:pt x="48704" y="0"/>
                </a:lnTo>
                <a:lnTo>
                  <a:pt x="47371" y="255663"/>
                </a:lnTo>
                <a:lnTo>
                  <a:pt x="8724" y="188569"/>
                </a:lnTo>
                <a:lnTo>
                  <a:pt x="5651" y="187744"/>
                </a:lnTo>
                <a:lnTo>
                  <a:pt x="825" y="190525"/>
                </a:lnTo>
                <a:lnTo>
                  <a:pt x="0" y="193598"/>
                </a:lnTo>
                <a:lnTo>
                  <a:pt x="52260" y="284314"/>
                </a:lnTo>
                <a:lnTo>
                  <a:pt x="58140" y="274345"/>
                </a:lnTo>
                <a:lnTo>
                  <a:pt x="105460" y="194157"/>
                </a:lnTo>
                <a:close/>
              </a:path>
              <a:path w="4483100" h="284479">
                <a:moveTo>
                  <a:pt x="1526159" y="194157"/>
                </a:moveTo>
                <a:lnTo>
                  <a:pt x="1525371" y="191058"/>
                </a:lnTo>
                <a:lnTo>
                  <a:pt x="1520583" y="188239"/>
                </a:lnTo>
                <a:lnTo>
                  <a:pt x="1517497" y="189026"/>
                </a:lnTo>
                <a:lnTo>
                  <a:pt x="1478165" y="255663"/>
                </a:lnTo>
                <a:lnTo>
                  <a:pt x="1478064" y="271805"/>
                </a:lnTo>
                <a:lnTo>
                  <a:pt x="1478140" y="255714"/>
                </a:lnTo>
                <a:lnTo>
                  <a:pt x="1479473" y="50"/>
                </a:lnTo>
                <a:lnTo>
                  <a:pt x="1469402" y="0"/>
                </a:lnTo>
                <a:lnTo>
                  <a:pt x="1468069" y="255663"/>
                </a:lnTo>
                <a:lnTo>
                  <a:pt x="1429423" y="188569"/>
                </a:lnTo>
                <a:lnTo>
                  <a:pt x="1426349" y="187744"/>
                </a:lnTo>
                <a:lnTo>
                  <a:pt x="1421523" y="190525"/>
                </a:lnTo>
                <a:lnTo>
                  <a:pt x="1420698" y="193598"/>
                </a:lnTo>
                <a:lnTo>
                  <a:pt x="1472958" y="284314"/>
                </a:lnTo>
                <a:lnTo>
                  <a:pt x="1478838" y="274345"/>
                </a:lnTo>
                <a:lnTo>
                  <a:pt x="1526159" y="194157"/>
                </a:lnTo>
                <a:close/>
              </a:path>
              <a:path w="4483100" h="284479">
                <a:moveTo>
                  <a:pt x="3133331" y="194157"/>
                </a:moveTo>
                <a:lnTo>
                  <a:pt x="3132531" y="191058"/>
                </a:lnTo>
                <a:lnTo>
                  <a:pt x="3127743" y="188239"/>
                </a:lnTo>
                <a:lnTo>
                  <a:pt x="3124657" y="189026"/>
                </a:lnTo>
                <a:lnTo>
                  <a:pt x="3085325" y="255663"/>
                </a:lnTo>
                <a:lnTo>
                  <a:pt x="3085223" y="271805"/>
                </a:lnTo>
                <a:lnTo>
                  <a:pt x="3085300" y="255714"/>
                </a:lnTo>
                <a:lnTo>
                  <a:pt x="3086646" y="50"/>
                </a:lnTo>
                <a:lnTo>
                  <a:pt x="3076575" y="0"/>
                </a:lnTo>
                <a:lnTo>
                  <a:pt x="3075228" y="255663"/>
                </a:lnTo>
                <a:lnTo>
                  <a:pt x="3036595" y="188569"/>
                </a:lnTo>
                <a:lnTo>
                  <a:pt x="3033509" y="187744"/>
                </a:lnTo>
                <a:lnTo>
                  <a:pt x="3028696" y="190525"/>
                </a:lnTo>
                <a:lnTo>
                  <a:pt x="3027870" y="193598"/>
                </a:lnTo>
                <a:lnTo>
                  <a:pt x="3080131" y="284314"/>
                </a:lnTo>
                <a:lnTo>
                  <a:pt x="3086011" y="274345"/>
                </a:lnTo>
                <a:lnTo>
                  <a:pt x="3133331" y="194157"/>
                </a:lnTo>
                <a:close/>
              </a:path>
              <a:path w="4483100" h="284479">
                <a:moveTo>
                  <a:pt x="4482985" y="194157"/>
                </a:moveTo>
                <a:lnTo>
                  <a:pt x="4482198" y="191058"/>
                </a:lnTo>
                <a:lnTo>
                  <a:pt x="4477410" y="188239"/>
                </a:lnTo>
                <a:lnTo>
                  <a:pt x="4474324" y="189026"/>
                </a:lnTo>
                <a:lnTo>
                  <a:pt x="4434992" y="255663"/>
                </a:lnTo>
                <a:lnTo>
                  <a:pt x="4434891" y="271805"/>
                </a:lnTo>
                <a:lnTo>
                  <a:pt x="4434967" y="255714"/>
                </a:lnTo>
                <a:lnTo>
                  <a:pt x="4436300" y="50"/>
                </a:lnTo>
                <a:lnTo>
                  <a:pt x="4426242" y="0"/>
                </a:lnTo>
                <a:lnTo>
                  <a:pt x="4424896" y="255663"/>
                </a:lnTo>
                <a:lnTo>
                  <a:pt x="4386250" y="188569"/>
                </a:lnTo>
                <a:lnTo>
                  <a:pt x="4383176" y="187744"/>
                </a:lnTo>
                <a:lnTo>
                  <a:pt x="4378363" y="190525"/>
                </a:lnTo>
                <a:lnTo>
                  <a:pt x="4377537" y="193598"/>
                </a:lnTo>
                <a:lnTo>
                  <a:pt x="4429785" y="284314"/>
                </a:lnTo>
                <a:lnTo>
                  <a:pt x="4435665" y="274345"/>
                </a:lnTo>
                <a:lnTo>
                  <a:pt x="4482985" y="194157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2653087" y="4927659"/>
            <a:ext cx="6617440" cy="3990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993048" y="4976884"/>
            <a:ext cx="5938221" cy="276968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1724" spc="-23" dirty="0">
                <a:solidFill>
                  <a:srgbClr val="385083"/>
                </a:solidFill>
                <a:latin typeface="Arial"/>
                <a:cs typeface="Arial"/>
              </a:rPr>
              <a:t>What </a:t>
            </a:r>
            <a:r>
              <a:rPr sz="1724" spc="-9" dirty="0">
                <a:solidFill>
                  <a:srgbClr val="385083"/>
                </a:solidFill>
                <a:latin typeface="Arial"/>
                <a:cs typeface="Arial"/>
              </a:rPr>
              <a:t>if </a:t>
            </a:r>
            <a:r>
              <a:rPr sz="1724" spc="-23" dirty="0">
                <a:solidFill>
                  <a:srgbClr val="385083"/>
                </a:solidFill>
                <a:latin typeface="Arial"/>
                <a:cs typeface="Arial"/>
              </a:rPr>
              <a:t>query </a:t>
            </a:r>
            <a:r>
              <a:rPr sz="1724" spc="-5" dirty="0">
                <a:solidFill>
                  <a:srgbClr val="385083"/>
                </a:solidFill>
                <a:latin typeface="Arial"/>
                <a:cs typeface="Arial"/>
              </a:rPr>
              <a:t>= </a:t>
            </a:r>
            <a:r>
              <a:rPr sz="1724" spc="-23" dirty="0">
                <a:solidFill>
                  <a:srgbClr val="385083"/>
                </a:solidFill>
                <a:latin typeface="Arial"/>
                <a:cs typeface="Arial"/>
              </a:rPr>
              <a:t>“H171 Valecha Apartments Sakinaka</a:t>
            </a:r>
            <a:r>
              <a:rPr sz="1724" spc="-91" dirty="0">
                <a:solidFill>
                  <a:srgbClr val="385083"/>
                </a:solidFill>
                <a:latin typeface="Arial"/>
                <a:cs typeface="Arial"/>
              </a:rPr>
              <a:t> </a:t>
            </a:r>
            <a:r>
              <a:rPr sz="1724" spc="-23" dirty="0">
                <a:solidFill>
                  <a:srgbClr val="385083"/>
                </a:solidFill>
                <a:latin typeface="Arial"/>
                <a:cs typeface="Arial"/>
              </a:rPr>
              <a:t>Mumbai”</a:t>
            </a:r>
            <a:endParaRPr sz="1724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596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9752" y="5302922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1097" y="5419749"/>
            <a:ext cx="495620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Door</a:t>
            </a:r>
            <a:r>
              <a:rPr sz="908" spc="-3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No.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06717" y="5302922"/>
            <a:ext cx="882415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4801" y="5347827"/>
            <a:ext cx="440871" cy="29107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62820" marR="4611" indent="-51869" defTabSz="829909">
              <a:spcBef>
                <a:spcPts val="91"/>
              </a:spcBef>
              <a:defRPr/>
            </a:pPr>
            <a:r>
              <a:rPr sz="908" spc="14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il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g 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89497" y="5302922"/>
            <a:ext cx="885101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11143" y="5347827"/>
            <a:ext cx="440871" cy="29107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89907" marR="4611" indent="-78957" defTabSz="829909">
              <a:spcBef>
                <a:spcPts val="91"/>
              </a:spcBef>
              <a:defRPr/>
            </a:pPr>
            <a:r>
              <a:rPr sz="908" spc="14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il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g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37976" y="5302922"/>
            <a:ext cx="883748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66883" y="5419749"/>
            <a:ext cx="620678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Area</a:t>
            </a:r>
            <a:r>
              <a:rPr sz="908" spc="-2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54941" y="5302922"/>
            <a:ext cx="882411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09829" y="5419749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Area</a:t>
            </a:r>
            <a:r>
              <a:rPr sz="908" spc="-2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28191" y="5302922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75124" y="5419749"/>
            <a:ext cx="384394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str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65585" y="2243868"/>
            <a:ext cx="1027464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21099" y="2440247"/>
            <a:ext cx="516943" cy="583107"/>
          </a:xfrm>
          <a:prstGeom prst="rect">
            <a:avLst/>
          </a:prstGeom>
        </p:spPr>
        <p:txBody>
          <a:bodyPr vert="horz" wrap="square" lIns="0" tIns="7492" rIns="0" bIns="0" rtlCol="0">
            <a:spAutoFit/>
          </a:bodyPr>
          <a:lstStyle/>
          <a:p>
            <a:pPr marL="10950" marR="4611" indent="-576" algn="ctr" defTabSz="829909">
              <a:lnSpc>
                <a:spcPct val="102699"/>
              </a:lnSpc>
              <a:spcBef>
                <a:spcPts val="59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If      contains 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no.</a:t>
            </a:r>
            <a:r>
              <a:rPr sz="908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and 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left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 null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39455" y="3560685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95014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27742" y="2337933"/>
            <a:ext cx="1781351" cy="1248848"/>
            <a:chOff x="1525193" y="2576055"/>
            <a:chExt cx="1962785" cy="1376045"/>
          </a:xfrm>
        </p:grpSpPr>
        <p:sp>
          <p:nvSpPr>
            <p:cNvPr id="19" name="object 19"/>
            <p:cNvSpPr/>
            <p:nvPr/>
          </p:nvSpPr>
          <p:spPr>
            <a:xfrm>
              <a:off x="2356878" y="2576055"/>
              <a:ext cx="1130640" cy="108375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525193" y="3667163"/>
              <a:ext cx="106045" cy="284480"/>
            </a:xfrm>
            <a:custGeom>
              <a:avLst/>
              <a:gdLst/>
              <a:ahLst/>
              <a:cxnLst/>
              <a:rect l="l" t="t" r="r" b="b"/>
              <a:pathLst>
                <a:path w="106044" h="284479">
                  <a:moveTo>
                    <a:pt x="5676" y="187528"/>
                  </a:moveTo>
                  <a:lnTo>
                    <a:pt x="838" y="190284"/>
                  </a:lnTo>
                  <a:lnTo>
                    <a:pt x="0" y="193357"/>
                  </a:lnTo>
                  <a:lnTo>
                    <a:pt x="51777" y="284340"/>
                  </a:lnTo>
                  <a:lnTo>
                    <a:pt x="57715" y="274396"/>
                  </a:lnTo>
                  <a:lnTo>
                    <a:pt x="46850" y="274281"/>
                  </a:lnTo>
                  <a:lnTo>
                    <a:pt x="47044" y="255649"/>
                  </a:lnTo>
                  <a:lnTo>
                    <a:pt x="8750" y="188366"/>
                  </a:lnTo>
                  <a:lnTo>
                    <a:pt x="5676" y="187528"/>
                  </a:lnTo>
                  <a:close/>
                </a:path>
                <a:path w="106044" h="284479">
                  <a:moveTo>
                    <a:pt x="47044" y="255649"/>
                  </a:moveTo>
                  <a:lnTo>
                    <a:pt x="46850" y="274281"/>
                  </a:lnTo>
                  <a:lnTo>
                    <a:pt x="56921" y="274396"/>
                  </a:lnTo>
                  <a:lnTo>
                    <a:pt x="56947" y="271843"/>
                  </a:lnTo>
                  <a:lnTo>
                    <a:pt x="47561" y="271754"/>
                  </a:lnTo>
                  <a:lnTo>
                    <a:pt x="51990" y="264339"/>
                  </a:lnTo>
                  <a:lnTo>
                    <a:pt x="47044" y="255649"/>
                  </a:lnTo>
                  <a:close/>
                </a:path>
                <a:path w="106044" h="284479">
                  <a:moveTo>
                    <a:pt x="99898" y="188506"/>
                  </a:moveTo>
                  <a:lnTo>
                    <a:pt x="96812" y="189293"/>
                  </a:lnTo>
                  <a:lnTo>
                    <a:pt x="57115" y="255758"/>
                  </a:lnTo>
                  <a:lnTo>
                    <a:pt x="56921" y="274396"/>
                  </a:lnTo>
                  <a:lnTo>
                    <a:pt x="57715" y="274396"/>
                  </a:lnTo>
                  <a:lnTo>
                    <a:pt x="105448" y="194449"/>
                  </a:lnTo>
                  <a:lnTo>
                    <a:pt x="104673" y="191363"/>
                  </a:lnTo>
                  <a:lnTo>
                    <a:pt x="99898" y="188506"/>
                  </a:lnTo>
                  <a:close/>
                </a:path>
                <a:path w="106044" h="284479">
                  <a:moveTo>
                    <a:pt x="51990" y="264339"/>
                  </a:moveTo>
                  <a:lnTo>
                    <a:pt x="47561" y="271754"/>
                  </a:lnTo>
                  <a:lnTo>
                    <a:pt x="56261" y="271843"/>
                  </a:lnTo>
                  <a:lnTo>
                    <a:pt x="51990" y="264339"/>
                  </a:lnTo>
                  <a:close/>
                </a:path>
                <a:path w="106044" h="284479">
                  <a:moveTo>
                    <a:pt x="57115" y="255758"/>
                  </a:moveTo>
                  <a:lnTo>
                    <a:pt x="51990" y="264339"/>
                  </a:lnTo>
                  <a:lnTo>
                    <a:pt x="56261" y="271843"/>
                  </a:lnTo>
                  <a:lnTo>
                    <a:pt x="56947" y="271843"/>
                  </a:lnTo>
                  <a:lnTo>
                    <a:pt x="57115" y="255758"/>
                  </a:lnTo>
                  <a:close/>
                </a:path>
                <a:path w="106044" h="284479">
                  <a:moveTo>
                    <a:pt x="49707" y="0"/>
                  </a:moveTo>
                  <a:lnTo>
                    <a:pt x="47044" y="255649"/>
                  </a:lnTo>
                  <a:lnTo>
                    <a:pt x="51990" y="264339"/>
                  </a:lnTo>
                  <a:lnTo>
                    <a:pt x="57115" y="255758"/>
                  </a:lnTo>
                  <a:lnTo>
                    <a:pt x="59778" y="101"/>
                  </a:lnTo>
                  <a:lnTo>
                    <a:pt x="49707" y="0"/>
                  </a:lnTo>
                  <a:close/>
                </a:path>
              </a:pathLst>
            </a:custGeom>
            <a:solidFill>
              <a:srgbClr val="00CB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622925" y="2534300"/>
            <a:ext cx="545758" cy="583107"/>
          </a:xfrm>
          <a:prstGeom prst="rect">
            <a:avLst/>
          </a:prstGeom>
        </p:spPr>
        <p:txBody>
          <a:bodyPr vert="horz" wrap="square" lIns="0" tIns="7492" rIns="0" bIns="0" rtlCol="0">
            <a:spAutoFit/>
          </a:bodyPr>
          <a:lstStyle/>
          <a:p>
            <a:pPr marL="11527" marR="4611" algn="ctr" defTabSz="829909">
              <a:lnSpc>
                <a:spcPct val="102699"/>
              </a:lnSpc>
              <a:spcBef>
                <a:spcPts val="59"/>
              </a:spcBef>
              <a:defRPr/>
            </a:pP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If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token</a:t>
            </a:r>
            <a:r>
              <a:rPr sz="908" spc="-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to  right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of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building  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798178" y="2337932"/>
            <a:ext cx="1026127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54541" y="2429648"/>
            <a:ext cx="513486" cy="790846"/>
          </a:xfrm>
          <a:prstGeom prst="rect">
            <a:avLst/>
          </a:prstGeom>
        </p:spPr>
        <p:txBody>
          <a:bodyPr vert="horz" wrap="square" lIns="0" tIns="6339" rIns="0" bIns="0" rtlCol="0">
            <a:spAutoFit/>
          </a:bodyPr>
          <a:lstStyle/>
          <a:p>
            <a:pPr marL="11527" marR="4611" algn="ctr" defTabSz="829909">
              <a:lnSpc>
                <a:spcPct val="104000"/>
              </a:lnSpc>
              <a:spcBef>
                <a:spcPts val="50"/>
              </a:spcBef>
              <a:defRPr/>
            </a:pP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If       c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sz="817" spc="-5" dirty="0">
                <a:solidFill>
                  <a:srgbClr val="FF0000"/>
                </a:solidFill>
                <a:latin typeface="Arial"/>
                <a:cs typeface="Arial"/>
              </a:rPr>
              <a:t>d  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in      dictionary  </a:t>
            </a:r>
            <a:r>
              <a:rPr sz="817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817" spc="-2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building  types</a:t>
            </a:r>
            <a:endParaRPr sz="81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13807" y="2337932"/>
            <a:ext cx="1027467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11952" y="2534300"/>
            <a:ext cx="429921" cy="583107"/>
          </a:xfrm>
          <a:prstGeom prst="rect">
            <a:avLst/>
          </a:prstGeom>
        </p:spPr>
        <p:txBody>
          <a:bodyPr vert="horz" wrap="square" lIns="0" tIns="7492" rIns="0" bIns="0" rtlCol="0">
            <a:spAutoFit/>
          </a:bodyPr>
          <a:lstStyle/>
          <a:p>
            <a:pPr marL="11527" marR="4611" algn="ctr" defTabSz="829909">
              <a:lnSpc>
                <a:spcPct val="102699"/>
              </a:lnSpc>
              <a:spcBef>
                <a:spcPts val="59"/>
              </a:spcBef>
              <a:defRPr/>
            </a:pP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If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right  token</a:t>
            </a:r>
            <a:r>
              <a:rPr sz="908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is 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Area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630774" y="2337932"/>
            <a:ext cx="1026127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76474" y="2393221"/>
            <a:ext cx="533656" cy="864545"/>
          </a:xfrm>
          <a:prstGeom prst="rect">
            <a:avLst/>
          </a:prstGeom>
        </p:spPr>
        <p:txBody>
          <a:bodyPr vert="horz" wrap="square" lIns="0" tIns="9221" rIns="0" bIns="0" rtlCol="0">
            <a:spAutoFit/>
          </a:bodyPr>
          <a:lstStyle/>
          <a:p>
            <a:pPr marL="10950" marR="4611" indent="1153" algn="ctr" defTabSz="829909">
              <a:lnSpc>
                <a:spcPct val="101600"/>
              </a:lnSpc>
              <a:spcBef>
                <a:spcPts val="73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If     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onta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d  in   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ona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 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Area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types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977893" y="2243868"/>
            <a:ext cx="1026127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5096" y="2401985"/>
            <a:ext cx="505994" cy="660106"/>
          </a:xfrm>
          <a:prstGeom prst="rect">
            <a:avLst/>
          </a:prstGeom>
        </p:spPr>
        <p:txBody>
          <a:bodyPr vert="horz" wrap="square" lIns="0" tIns="6339" rIns="0" bIns="0" rtlCol="0">
            <a:spAutoFit/>
          </a:bodyPr>
          <a:lstStyle/>
          <a:p>
            <a:pPr marL="11527" marR="4611" indent="1153" algn="ctr" defTabSz="829909">
              <a:lnSpc>
                <a:spcPct val="103899"/>
              </a:lnSpc>
              <a:spcBef>
                <a:spcPts val="50"/>
              </a:spcBef>
              <a:defRPr/>
            </a:pP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If       c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sz="817" spc="-5" dirty="0">
                <a:solidFill>
                  <a:srgbClr val="FF0000"/>
                </a:solidFill>
                <a:latin typeface="Arial"/>
                <a:cs typeface="Arial"/>
              </a:rPr>
              <a:t>d  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in      dictionary  </a:t>
            </a:r>
            <a:r>
              <a:rPr sz="817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817" spc="-3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districts</a:t>
            </a:r>
            <a:endParaRPr sz="81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382549" y="3560685"/>
            <a:ext cx="885100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40997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872048" y="3560685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27604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287679" y="3560685"/>
            <a:ext cx="883748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43233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630774" y="3560685"/>
            <a:ext cx="885096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89211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977893" y="3560685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133460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010499" y="2694156"/>
            <a:ext cx="6415400" cy="892116"/>
          </a:xfrm>
          <a:custGeom>
            <a:avLst/>
            <a:gdLst/>
            <a:ahLst/>
            <a:cxnLst/>
            <a:rect l="l" t="t" r="r" b="b"/>
            <a:pathLst>
              <a:path w="7068820" h="982979">
                <a:moveTo>
                  <a:pt x="417601" y="67017"/>
                </a:moveTo>
                <a:lnTo>
                  <a:pt x="416242" y="67017"/>
                </a:lnTo>
                <a:lnTo>
                  <a:pt x="397497" y="67017"/>
                </a:lnTo>
                <a:lnTo>
                  <a:pt x="330631" y="105740"/>
                </a:lnTo>
                <a:lnTo>
                  <a:pt x="329806" y="108813"/>
                </a:lnTo>
                <a:lnTo>
                  <a:pt x="332587" y="113626"/>
                </a:lnTo>
                <a:lnTo>
                  <a:pt x="335673" y="114452"/>
                </a:lnTo>
                <a:lnTo>
                  <a:pt x="417601" y="67017"/>
                </a:lnTo>
                <a:close/>
              </a:path>
              <a:path w="7068820" h="982979">
                <a:moveTo>
                  <a:pt x="426250" y="62014"/>
                </a:moveTo>
                <a:lnTo>
                  <a:pt x="336042" y="8953"/>
                </a:lnTo>
                <a:lnTo>
                  <a:pt x="332955" y="9753"/>
                </a:lnTo>
                <a:lnTo>
                  <a:pt x="330136" y="14541"/>
                </a:lnTo>
                <a:lnTo>
                  <a:pt x="330936" y="17627"/>
                </a:lnTo>
                <a:lnTo>
                  <a:pt x="397649" y="56883"/>
                </a:lnTo>
                <a:lnTo>
                  <a:pt x="38" y="55499"/>
                </a:lnTo>
                <a:lnTo>
                  <a:pt x="0" y="65570"/>
                </a:lnTo>
                <a:lnTo>
                  <a:pt x="397611" y="66954"/>
                </a:lnTo>
                <a:lnTo>
                  <a:pt x="416242" y="67017"/>
                </a:lnTo>
                <a:lnTo>
                  <a:pt x="417715" y="66954"/>
                </a:lnTo>
                <a:lnTo>
                  <a:pt x="426250" y="62014"/>
                </a:lnTo>
                <a:close/>
              </a:path>
              <a:path w="7068820" h="982979">
                <a:moveTo>
                  <a:pt x="1104404" y="893051"/>
                </a:moveTo>
                <a:lnTo>
                  <a:pt x="1103630" y="889965"/>
                </a:lnTo>
                <a:lnTo>
                  <a:pt x="1098854" y="887107"/>
                </a:lnTo>
                <a:lnTo>
                  <a:pt x="1095768" y="887895"/>
                </a:lnTo>
                <a:lnTo>
                  <a:pt x="1056068" y="954366"/>
                </a:lnTo>
                <a:lnTo>
                  <a:pt x="1058735" y="698703"/>
                </a:lnTo>
                <a:lnTo>
                  <a:pt x="1048664" y="698601"/>
                </a:lnTo>
                <a:lnTo>
                  <a:pt x="1045997" y="954252"/>
                </a:lnTo>
                <a:lnTo>
                  <a:pt x="1007706" y="886968"/>
                </a:lnTo>
                <a:lnTo>
                  <a:pt x="1004633" y="886129"/>
                </a:lnTo>
                <a:lnTo>
                  <a:pt x="999794" y="888885"/>
                </a:lnTo>
                <a:lnTo>
                  <a:pt x="998956" y="891959"/>
                </a:lnTo>
                <a:lnTo>
                  <a:pt x="1050747" y="982941"/>
                </a:lnTo>
                <a:lnTo>
                  <a:pt x="1056678" y="972997"/>
                </a:lnTo>
                <a:lnTo>
                  <a:pt x="1104404" y="893051"/>
                </a:lnTo>
                <a:close/>
              </a:path>
              <a:path w="7068820" h="982979">
                <a:moveTo>
                  <a:pt x="1958174" y="118833"/>
                </a:moveTo>
                <a:lnTo>
                  <a:pt x="1956816" y="118833"/>
                </a:lnTo>
                <a:lnTo>
                  <a:pt x="1938070" y="118833"/>
                </a:lnTo>
                <a:lnTo>
                  <a:pt x="1871205" y="157556"/>
                </a:lnTo>
                <a:lnTo>
                  <a:pt x="1870379" y="160642"/>
                </a:lnTo>
                <a:lnTo>
                  <a:pt x="1873161" y="165455"/>
                </a:lnTo>
                <a:lnTo>
                  <a:pt x="1876247" y="166268"/>
                </a:lnTo>
                <a:lnTo>
                  <a:pt x="1958174" y="118833"/>
                </a:lnTo>
                <a:close/>
              </a:path>
              <a:path w="7068820" h="982979">
                <a:moveTo>
                  <a:pt x="1966823" y="113830"/>
                </a:moveTo>
                <a:lnTo>
                  <a:pt x="1876602" y="60769"/>
                </a:lnTo>
                <a:lnTo>
                  <a:pt x="1873529" y="61569"/>
                </a:lnTo>
                <a:lnTo>
                  <a:pt x="1870710" y="66357"/>
                </a:lnTo>
                <a:lnTo>
                  <a:pt x="1871510" y="69443"/>
                </a:lnTo>
                <a:lnTo>
                  <a:pt x="1938223" y="108699"/>
                </a:lnTo>
                <a:lnTo>
                  <a:pt x="1540598" y="107315"/>
                </a:lnTo>
                <a:lnTo>
                  <a:pt x="1540573" y="117386"/>
                </a:lnTo>
                <a:lnTo>
                  <a:pt x="1938185" y="118770"/>
                </a:lnTo>
                <a:lnTo>
                  <a:pt x="1956816" y="118833"/>
                </a:lnTo>
                <a:lnTo>
                  <a:pt x="1958289" y="118770"/>
                </a:lnTo>
                <a:lnTo>
                  <a:pt x="1966823" y="113830"/>
                </a:lnTo>
                <a:close/>
              </a:path>
              <a:path w="7068820" h="982979">
                <a:moveTo>
                  <a:pt x="2742654" y="893051"/>
                </a:moveTo>
                <a:lnTo>
                  <a:pt x="2741879" y="889965"/>
                </a:lnTo>
                <a:lnTo>
                  <a:pt x="2737104" y="887107"/>
                </a:lnTo>
                <a:lnTo>
                  <a:pt x="2734005" y="887895"/>
                </a:lnTo>
                <a:lnTo>
                  <a:pt x="2694317" y="954366"/>
                </a:lnTo>
                <a:lnTo>
                  <a:pt x="2696972" y="698703"/>
                </a:lnTo>
                <a:lnTo>
                  <a:pt x="2686913" y="698601"/>
                </a:lnTo>
                <a:lnTo>
                  <a:pt x="2684246" y="954265"/>
                </a:lnTo>
                <a:lnTo>
                  <a:pt x="2645943" y="886968"/>
                </a:lnTo>
                <a:lnTo>
                  <a:pt x="2642870" y="886129"/>
                </a:lnTo>
                <a:lnTo>
                  <a:pt x="2638044" y="888885"/>
                </a:lnTo>
                <a:lnTo>
                  <a:pt x="2637193" y="891959"/>
                </a:lnTo>
                <a:lnTo>
                  <a:pt x="2688983" y="982941"/>
                </a:lnTo>
                <a:lnTo>
                  <a:pt x="2694914" y="972997"/>
                </a:lnTo>
                <a:lnTo>
                  <a:pt x="2742654" y="893051"/>
                </a:lnTo>
                <a:close/>
              </a:path>
              <a:path w="7068820" h="982979">
                <a:moveTo>
                  <a:pt x="3557701" y="162687"/>
                </a:moveTo>
                <a:lnTo>
                  <a:pt x="3467493" y="109626"/>
                </a:lnTo>
                <a:lnTo>
                  <a:pt x="3464407" y="110426"/>
                </a:lnTo>
                <a:lnTo>
                  <a:pt x="3461588" y="115227"/>
                </a:lnTo>
                <a:lnTo>
                  <a:pt x="3462388" y="118313"/>
                </a:lnTo>
                <a:lnTo>
                  <a:pt x="3529088" y="157556"/>
                </a:lnTo>
                <a:lnTo>
                  <a:pt x="3131489" y="156171"/>
                </a:lnTo>
                <a:lnTo>
                  <a:pt x="3131451" y="166243"/>
                </a:lnTo>
                <a:lnTo>
                  <a:pt x="3529088" y="167627"/>
                </a:lnTo>
                <a:lnTo>
                  <a:pt x="3462083" y="206413"/>
                </a:lnTo>
                <a:lnTo>
                  <a:pt x="3461270" y="209499"/>
                </a:lnTo>
                <a:lnTo>
                  <a:pt x="3464052" y="214312"/>
                </a:lnTo>
                <a:lnTo>
                  <a:pt x="3467125" y="215138"/>
                </a:lnTo>
                <a:lnTo>
                  <a:pt x="3549053" y="167690"/>
                </a:lnTo>
                <a:lnTo>
                  <a:pt x="3557701" y="162687"/>
                </a:lnTo>
                <a:close/>
              </a:path>
              <a:path w="7068820" h="982979">
                <a:moveTo>
                  <a:pt x="4163352" y="893051"/>
                </a:moveTo>
                <a:lnTo>
                  <a:pt x="4162577" y="889965"/>
                </a:lnTo>
                <a:lnTo>
                  <a:pt x="4157802" y="887107"/>
                </a:lnTo>
                <a:lnTo>
                  <a:pt x="4154716" y="887895"/>
                </a:lnTo>
                <a:lnTo>
                  <a:pt x="4115016" y="954366"/>
                </a:lnTo>
                <a:lnTo>
                  <a:pt x="4117683" y="698703"/>
                </a:lnTo>
                <a:lnTo>
                  <a:pt x="4107611" y="698601"/>
                </a:lnTo>
                <a:lnTo>
                  <a:pt x="4104944" y="954265"/>
                </a:lnTo>
                <a:lnTo>
                  <a:pt x="4066641" y="886968"/>
                </a:lnTo>
                <a:lnTo>
                  <a:pt x="4063568" y="886129"/>
                </a:lnTo>
                <a:lnTo>
                  <a:pt x="4058742" y="888885"/>
                </a:lnTo>
                <a:lnTo>
                  <a:pt x="4057904" y="891959"/>
                </a:lnTo>
                <a:lnTo>
                  <a:pt x="4109682" y="982941"/>
                </a:lnTo>
                <a:lnTo>
                  <a:pt x="4115612" y="972997"/>
                </a:lnTo>
                <a:lnTo>
                  <a:pt x="4163352" y="893051"/>
                </a:lnTo>
                <a:close/>
              </a:path>
              <a:path w="7068820" h="982979">
                <a:moveTo>
                  <a:pt x="5091112" y="158813"/>
                </a:moveTo>
                <a:lnTo>
                  <a:pt x="5089753" y="158813"/>
                </a:lnTo>
                <a:lnTo>
                  <a:pt x="5071008" y="158813"/>
                </a:lnTo>
                <a:lnTo>
                  <a:pt x="5004143" y="197535"/>
                </a:lnTo>
                <a:lnTo>
                  <a:pt x="5003317" y="200609"/>
                </a:lnTo>
                <a:lnTo>
                  <a:pt x="5006098" y="205422"/>
                </a:lnTo>
                <a:lnTo>
                  <a:pt x="5009185" y="206248"/>
                </a:lnTo>
                <a:lnTo>
                  <a:pt x="5091112" y="158813"/>
                </a:lnTo>
                <a:close/>
              </a:path>
              <a:path w="7068820" h="982979">
                <a:moveTo>
                  <a:pt x="5099761" y="153809"/>
                </a:moveTo>
                <a:lnTo>
                  <a:pt x="5009540" y="100749"/>
                </a:lnTo>
                <a:lnTo>
                  <a:pt x="5006467" y="101549"/>
                </a:lnTo>
                <a:lnTo>
                  <a:pt x="5003647" y="106337"/>
                </a:lnTo>
                <a:lnTo>
                  <a:pt x="5004447" y="109423"/>
                </a:lnTo>
                <a:lnTo>
                  <a:pt x="5071161" y="148678"/>
                </a:lnTo>
                <a:lnTo>
                  <a:pt x="4673536" y="147294"/>
                </a:lnTo>
                <a:lnTo>
                  <a:pt x="4673498" y="157365"/>
                </a:lnTo>
                <a:lnTo>
                  <a:pt x="5071110" y="158750"/>
                </a:lnTo>
                <a:lnTo>
                  <a:pt x="5089753" y="158813"/>
                </a:lnTo>
                <a:lnTo>
                  <a:pt x="5091227" y="158750"/>
                </a:lnTo>
                <a:lnTo>
                  <a:pt x="5099761" y="153809"/>
                </a:lnTo>
                <a:close/>
              </a:path>
              <a:path w="7068820" h="982979">
                <a:moveTo>
                  <a:pt x="5718721" y="893051"/>
                </a:moveTo>
                <a:lnTo>
                  <a:pt x="5717946" y="889965"/>
                </a:lnTo>
                <a:lnTo>
                  <a:pt x="5713171" y="887107"/>
                </a:lnTo>
                <a:lnTo>
                  <a:pt x="5710072" y="887895"/>
                </a:lnTo>
                <a:lnTo>
                  <a:pt x="5670385" y="954366"/>
                </a:lnTo>
                <a:lnTo>
                  <a:pt x="5673052" y="698703"/>
                </a:lnTo>
                <a:lnTo>
                  <a:pt x="5662981" y="698601"/>
                </a:lnTo>
                <a:lnTo>
                  <a:pt x="5660314" y="954265"/>
                </a:lnTo>
                <a:lnTo>
                  <a:pt x="5622010" y="886968"/>
                </a:lnTo>
                <a:lnTo>
                  <a:pt x="5618937" y="886129"/>
                </a:lnTo>
                <a:lnTo>
                  <a:pt x="5614111" y="888885"/>
                </a:lnTo>
                <a:lnTo>
                  <a:pt x="5613273" y="891959"/>
                </a:lnTo>
                <a:lnTo>
                  <a:pt x="5665051" y="982941"/>
                </a:lnTo>
                <a:lnTo>
                  <a:pt x="5670982" y="972997"/>
                </a:lnTo>
                <a:lnTo>
                  <a:pt x="5718721" y="893051"/>
                </a:lnTo>
                <a:close/>
              </a:path>
              <a:path w="7068820" h="982979">
                <a:moveTo>
                  <a:pt x="6588531" y="53136"/>
                </a:moveTo>
                <a:lnTo>
                  <a:pt x="6498361" y="0"/>
                </a:lnTo>
                <a:lnTo>
                  <a:pt x="6495275" y="800"/>
                </a:lnTo>
                <a:lnTo>
                  <a:pt x="6492456" y="5600"/>
                </a:lnTo>
                <a:lnTo>
                  <a:pt x="6493243" y="8686"/>
                </a:lnTo>
                <a:lnTo>
                  <a:pt x="6559931" y="47980"/>
                </a:lnTo>
                <a:lnTo>
                  <a:pt x="6233350" y="46621"/>
                </a:lnTo>
                <a:lnTo>
                  <a:pt x="6233312" y="56692"/>
                </a:lnTo>
                <a:lnTo>
                  <a:pt x="6559893" y="58051"/>
                </a:lnTo>
                <a:lnTo>
                  <a:pt x="6492888" y="96786"/>
                </a:lnTo>
                <a:lnTo>
                  <a:pt x="6492062" y="99872"/>
                </a:lnTo>
                <a:lnTo>
                  <a:pt x="6494843" y="104686"/>
                </a:lnTo>
                <a:lnTo>
                  <a:pt x="6497917" y="105511"/>
                </a:lnTo>
                <a:lnTo>
                  <a:pt x="6579895" y="58127"/>
                </a:lnTo>
                <a:lnTo>
                  <a:pt x="6588531" y="53136"/>
                </a:lnTo>
                <a:close/>
              </a:path>
              <a:path w="7068820" h="982979">
                <a:moveTo>
                  <a:pt x="7068388" y="789419"/>
                </a:moveTo>
                <a:lnTo>
                  <a:pt x="7067601" y="786320"/>
                </a:lnTo>
                <a:lnTo>
                  <a:pt x="7062838" y="783475"/>
                </a:lnTo>
                <a:lnTo>
                  <a:pt x="7059739" y="784250"/>
                </a:lnTo>
                <a:lnTo>
                  <a:pt x="7020039" y="850747"/>
                </a:lnTo>
                <a:lnTo>
                  <a:pt x="7022706" y="595058"/>
                </a:lnTo>
                <a:lnTo>
                  <a:pt x="7012648" y="594956"/>
                </a:lnTo>
                <a:lnTo>
                  <a:pt x="7009981" y="850633"/>
                </a:lnTo>
                <a:lnTo>
                  <a:pt x="6971678" y="783336"/>
                </a:lnTo>
                <a:lnTo>
                  <a:pt x="6968604" y="782485"/>
                </a:lnTo>
                <a:lnTo>
                  <a:pt x="6963778" y="785241"/>
                </a:lnTo>
                <a:lnTo>
                  <a:pt x="6962927" y="788314"/>
                </a:lnTo>
                <a:lnTo>
                  <a:pt x="7014718" y="879297"/>
                </a:lnTo>
                <a:lnTo>
                  <a:pt x="7020649" y="869353"/>
                </a:lnTo>
                <a:lnTo>
                  <a:pt x="7068388" y="789419"/>
                </a:lnTo>
                <a:close/>
              </a:path>
            </a:pathLst>
          </a:custGeom>
          <a:solidFill>
            <a:srgbClr val="00CBFF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698800" y="1463723"/>
            <a:ext cx="6617440" cy="4031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3862596" y="1512542"/>
            <a:ext cx="4287691" cy="276968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1724" b="0" spc="-23" dirty="0">
                <a:solidFill>
                  <a:srgbClr val="385083"/>
                </a:solidFill>
                <a:latin typeface="Arial"/>
                <a:cs typeface="Arial"/>
              </a:rPr>
              <a:t>H171 Valecha Apartments Sakinaka</a:t>
            </a:r>
            <a:r>
              <a:rPr sz="1724" b="0" spc="-73" dirty="0">
                <a:solidFill>
                  <a:srgbClr val="385083"/>
                </a:solidFill>
                <a:latin typeface="Arial"/>
                <a:cs typeface="Arial"/>
              </a:rPr>
              <a:t> </a:t>
            </a:r>
            <a:r>
              <a:rPr sz="1724" b="0" spc="-23" dirty="0">
                <a:solidFill>
                  <a:srgbClr val="385083"/>
                </a:solidFill>
                <a:latin typeface="Arial"/>
                <a:cs typeface="Arial"/>
              </a:rPr>
              <a:t>Mumbai</a:t>
            </a:r>
            <a:endParaRPr sz="1724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40018" y="2606223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55635" y="2606223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972602" y="2606223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388231" y="2606223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803862" y="2614521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446979" y="3336512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862597" y="3408435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477005" y="3408435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92623" y="3336512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430475" y="3336512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654715" y="3314382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898893" y="1936216"/>
            <a:ext cx="1225795" cy="232826"/>
          </a:xfrm>
          <a:custGeom>
            <a:avLst/>
            <a:gdLst/>
            <a:ahLst/>
            <a:cxnLst/>
            <a:rect l="l" t="t" r="r" b="b"/>
            <a:pathLst>
              <a:path w="1350645" h="256540">
                <a:moveTo>
                  <a:pt x="81064" y="151955"/>
                </a:moveTo>
                <a:lnTo>
                  <a:pt x="0" y="218173"/>
                </a:lnTo>
                <a:lnTo>
                  <a:pt x="97510" y="256171"/>
                </a:lnTo>
                <a:lnTo>
                  <a:pt x="100431" y="254888"/>
                </a:lnTo>
                <a:lnTo>
                  <a:pt x="102450" y="249707"/>
                </a:lnTo>
                <a:lnTo>
                  <a:pt x="101168" y="246786"/>
                </a:lnTo>
                <a:lnTo>
                  <a:pt x="36501" y="221589"/>
                </a:lnTo>
                <a:lnTo>
                  <a:pt x="10642" y="221589"/>
                </a:lnTo>
                <a:lnTo>
                  <a:pt x="9067" y="211645"/>
                </a:lnTo>
                <a:lnTo>
                  <a:pt x="27470" y="208738"/>
                </a:lnTo>
                <a:lnTo>
                  <a:pt x="87439" y="159765"/>
                </a:lnTo>
                <a:lnTo>
                  <a:pt x="87756" y="156590"/>
                </a:lnTo>
                <a:lnTo>
                  <a:pt x="84239" y="152285"/>
                </a:lnTo>
                <a:lnTo>
                  <a:pt x="81064" y="151955"/>
                </a:lnTo>
                <a:close/>
              </a:path>
              <a:path w="1350645" h="256540">
                <a:moveTo>
                  <a:pt x="27470" y="208738"/>
                </a:moveTo>
                <a:lnTo>
                  <a:pt x="9067" y="211645"/>
                </a:lnTo>
                <a:lnTo>
                  <a:pt x="10642" y="221589"/>
                </a:lnTo>
                <a:lnTo>
                  <a:pt x="17476" y="220510"/>
                </a:lnTo>
                <a:lnTo>
                  <a:pt x="13055" y="220510"/>
                </a:lnTo>
                <a:lnTo>
                  <a:pt x="11696" y="211924"/>
                </a:lnTo>
                <a:lnTo>
                  <a:pt x="23568" y="211924"/>
                </a:lnTo>
                <a:lnTo>
                  <a:pt x="27470" y="208738"/>
                </a:lnTo>
                <a:close/>
              </a:path>
              <a:path w="1350645" h="256540">
                <a:moveTo>
                  <a:pt x="29041" y="218683"/>
                </a:moveTo>
                <a:lnTo>
                  <a:pt x="10642" y="221589"/>
                </a:lnTo>
                <a:lnTo>
                  <a:pt x="36501" y="221589"/>
                </a:lnTo>
                <a:lnTo>
                  <a:pt x="29041" y="218683"/>
                </a:lnTo>
                <a:close/>
              </a:path>
              <a:path w="1350645" h="256540">
                <a:moveTo>
                  <a:pt x="11696" y="211924"/>
                </a:moveTo>
                <a:lnTo>
                  <a:pt x="13055" y="220510"/>
                </a:lnTo>
                <a:lnTo>
                  <a:pt x="19733" y="215056"/>
                </a:lnTo>
                <a:lnTo>
                  <a:pt x="11696" y="211924"/>
                </a:lnTo>
                <a:close/>
              </a:path>
              <a:path w="1350645" h="256540">
                <a:moveTo>
                  <a:pt x="19733" y="215056"/>
                </a:moveTo>
                <a:lnTo>
                  <a:pt x="13055" y="220510"/>
                </a:lnTo>
                <a:lnTo>
                  <a:pt x="17476" y="220510"/>
                </a:lnTo>
                <a:lnTo>
                  <a:pt x="29041" y="218683"/>
                </a:lnTo>
                <a:lnTo>
                  <a:pt x="19733" y="215056"/>
                </a:lnTo>
                <a:close/>
              </a:path>
              <a:path w="1350645" h="256540">
                <a:moveTo>
                  <a:pt x="1348905" y="0"/>
                </a:moveTo>
                <a:lnTo>
                  <a:pt x="27470" y="208738"/>
                </a:lnTo>
                <a:lnTo>
                  <a:pt x="19733" y="215056"/>
                </a:lnTo>
                <a:lnTo>
                  <a:pt x="29041" y="218683"/>
                </a:lnTo>
                <a:lnTo>
                  <a:pt x="1350479" y="9944"/>
                </a:lnTo>
                <a:lnTo>
                  <a:pt x="1348905" y="0"/>
                </a:lnTo>
                <a:close/>
              </a:path>
              <a:path w="1350645" h="256540">
                <a:moveTo>
                  <a:pt x="23568" y="211924"/>
                </a:moveTo>
                <a:lnTo>
                  <a:pt x="11696" y="211924"/>
                </a:lnTo>
                <a:lnTo>
                  <a:pt x="19733" y="215056"/>
                </a:lnTo>
                <a:lnTo>
                  <a:pt x="23568" y="211924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434335" y="2790813"/>
            <a:ext cx="6556017" cy="2314431"/>
            <a:chOff x="1312087" y="3075063"/>
            <a:chExt cx="7223759" cy="2550160"/>
          </a:xfrm>
        </p:grpSpPr>
        <p:sp>
          <p:nvSpPr>
            <p:cNvPr id="56" name="object 56"/>
            <p:cNvSpPr/>
            <p:nvPr/>
          </p:nvSpPr>
          <p:spPr>
            <a:xfrm>
              <a:off x="1312087" y="3665702"/>
              <a:ext cx="3094990" cy="286385"/>
            </a:xfrm>
            <a:custGeom>
              <a:avLst/>
              <a:gdLst/>
              <a:ahLst/>
              <a:cxnLst/>
              <a:rect l="l" t="t" r="r" b="b"/>
              <a:pathLst>
                <a:path w="3094990" h="286385">
                  <a:moveTo>
                    <a:pt x="105460" y="195910"/>
                  </a:moveTo>
                  <a:lnTo>
                    <a:pt x="104673" y="192824"/>
                  </a:lnTo>
                  <a:lnTo>
                    <a:pt x="99898" y="189966"/>
                  </a:lnTo>
                  <a:lnTo>
                    <a:pt x="96812" y="190754"/>
                  </a:lnTo>
                  <a:lnTo>
                    <a:pt x="57111" y="257238"/>
                  </a:lnTo>
                  <a:lnTo>
                    <a:pt x="59778" y="1562"/>
                  </a:lnTo>
                  <a:lnTo>
                    <a:pt x="49707" y="1460"/>
                  </a:lnTo>
                  <a:lnTo>
                    <a:pt x="47053" y="257136"/>
                  </a:lnTo>
                  <a:lnTo>
                    <a:pt x="8750" y="189826"/>
                  </a:lnTo>
                  <a:lnTo>
                    <a:pt x="5676" y="188988"/>
                  </a:lnTo>
                  <a:lnTo>
                    <a:pt x="838" y="191744"/>
                  </a:lnTo>
                  <a:lnTo>
                    <a:pt x="0" y="194818"/>
                  </a:lnTo>
                  <a:lnTo>
                    <a:pt x="51790" y="285800"/>
                  </a:lnTo>
                  <a:lnTo>
                    <a:pt x="57721" y="275856"/>
                  </a:lnTo>
                  <a:lnTo>
                    <a:pt x="105460" y="195910"/>
                  </a:lnTo>
                  <a:close/>
                </a:path>
                <a:path w="3094990" h="286385">
                  <a:moveTo>
                    <a:pt x="1527162" y="194157"/>
                  </a:moveTo>
                  <a:lnTo>
                    <a:pt x="1526374" y="191071"/>
                  </a:lnTo>
                  <a:lnTo>
                    <a:pt x="1521587" y="188239"/>
                  </a:lnTo>
                  <a:lnTo>
                    <a:pt x="1518500" y="189039"/>
                  </a:lnTo>
                  <a:lnTo>
                    <a:pt x="1479169" y="255663"/>
                  </a:lnTo>
                  <a:lnTo>
                    <a:pt x="1479067" y="271805"/>
                  </a:lnTo>
                  <a:lnTo>
                    <a:pt x="1479143" y="255714"/>
                  </a:lnTo>
                  <a:lnTo>
                    <a:pt x="1480477" y="50"/>
                  </a:lnTo>
                  <a:lnTo>
                    <a:pt x="1470406" y="0"/>
                  </a:lnTo>
                  <a:lnTo>
                    <a:pt x="1469072" y="255663"/>
                  </a:lnTo>
                  <a:lnTo>
                    <a:pt x="1430426" y="188582"/>
                  </a:lnTo>
                  <a:lnTo>
                    <a:pt x="1427353" y="187756"/>
                  </a:lnTo>
                  <a:lnTo>
                    <a:pt x="1422527" y="190525"/>
                  </a:lnTo>
                  <a:lnTo>
                    <a:pt x="1421701" y="193611"/>
                  </a:lnTo>
                  <a:lnTo>
                    <a:pt x="1473962" y="284314"/>
                  </a:lnTo>
                  <a:lnTo>
                    <a:pt x="1479842" y="274345"/>
                  </a:lnTo>
                  <a:lnTo>
                    <a:pt x="1527162" y="194157"/>
                  </a:lnTo>
                  <a:close/>
                </a:path>
                <a:path w="3094990" h="286385">
                  <a:moveTo>
                    <a:pt x="3094367" y="194157"/>
                  </a:moveTo>
                  <a:lnTo>
                    <a:pt x="3093580" y="191071"/>
                  </a:lnTo>
                  <a:lnTo>
                    <a:pt x="3088792" y="188239"/>
                  </a:lnTo>
                  <a:lnTo>
                    <a:pt x="3085706" y="189039"/>
                  </a:lnTo>
                  <a:lnTo>
                    <a:pt x="3046374" y="255676"/>
                  </a:lnTo>
                  <a:lnTo>
                    <a:pt x="3046272" y="271805"/>
                  </a:lnTo>
                  <a:lnTo>
                    <a:pt x="3046349" y="255714"/>
                  </a:lnTo>
                  <a:lnTo>
                    <a:pt x="3047682" y="50"/>
                  </a:lnTo>
                  <a:lnTo>
                    <a:pt x="3037624" y="0"/>
                  </a:lnTo>
                  <a:lnTo>
                    <a:pt x="3036278" y="255676"/>
                  </a:lnTo>
                  <a:lnTo>
                    <a:pt x="2997631" y="188582"/>
                  </a:lnTo>
                  <a:lnTo>
                    <a:pt x="2994558" y="187756"/>
                  </a:lnTo>
                  <a:lnTo>
                    <a:pt x="2989745" y="190525"/>
                  </a:lnTo>
                  <a:lnTo>
                    <a:pt x="2988907" y="193611"/>
                  </a:lnTo>
                  <a:lnTo>
                    <a:pt x="3041167" y="284314"/>
                  </a:lnTo>
                  <a:lnTo>
                    <a:pt x="3047047" y="274345"/>
                  </a:lnTo>
                  <a:lnTo>
                    <a:pt x="3094367" y="194157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6370460" y="3075063"/>
              <a:ext cx="2165350" cy="1628139"/>
            </a:xfrm>
            <a:custGeom>
              <a:avLst/>
              <a:gdLst/>
              <a:ahLst/>
              <a:cxnLst/>
              <a:rect l="l" t="t" r="r" b="b"/>
              <a:pathLst>
                <a:path w="2165350" h="1628139">
                  <a:moveTo>
                    <a:pt x="605193" y="153911"/>
                  </a:moveTo>
                  <a:lnTo>
                    <a:pt x="515073" y="100685"/>
                  </a:lnTo>
                  <a:lnTo>
                    <a:pt x="511987" y="101473"/>
                  </a:lnTo>
                  <a:lnTo>
                    <a:pt x="509168" y="106273"/>
                  </a:lnTo>
                  <a:lnTo>
                    <a:pt x="509955" y="109359"/>
                  </a:lnTo>
                  <a:lnTo>
                    <a:pt x="576605" y="148729"/>
                  </a:lnTo>
                  <a:lnTo>
                    <a:pt x="321056" y="147383"/>
                  </a:lnTo>
                  <a:lnTo>
                    <a:pt x="321005" y="157467"/>
                  </a:lnTo>
                  <a:lnTo>
                    <a:pt x="576554" y="158800"/>
                  </a:lnTo>
                  <a:lnTo>
                    <a:pt x="509498" y="197459"/>
                  </a:lnTo>
                  <a:lnTo>
                    <a:pt x="508673" y="200545"/>
                  </a:lnTo>
                  <a:lnTo>
                    <a:pt x="511454" y="205359"/>
                  </a:lnTo>
                  <a:lnTo>
                    <a:pt x="514527" y="206184"/>
                  </a:lnTo>
                  <a:lnTo>
                    <a:pt x="596557" y="158889"/>
                  </a:lnTo>
                  <a:lnTo>
                    <a:pt x="605193" y="153911"/>
                  </a:lnTo>
                  <a:close/>
                </a:path>
                <a:path w="2165350" h="1628139">
                  <a:moveTo>
                    <a:pt x="708494" y="181254"/>
                  </a:moveTo>
                  <a:lnTo>
                    <a:pt x="699414" y="176898"/>
                  </a:lnTo>
                  <a:lnTo>
                    <a:pt x="16243" y="1599641"/>
                  </a:lnTo>
                  <a:lnTo>
                    <a:pt x="10045" y="1522450"/>
                  </a:lnTo>
                  <a:lnTo>
                    <a:pt x="7607" y="1520380"/>
                  </a:lnTo>
                  <a:lnTo>
                    <a:pt x="2070" y="1520825"/>
                  </a:lnTo>
                  <a:lnTo>
                    <a:pt x="0" y="1523250"/>
                  </a:lnTo>
                  <a:lnTo>
                    <a:pt x="8394" y="1627619"/>
                  </a:lnTo>
                  <a:lnTo>
                    <a:pt x="18465" y="1620799"/>
                  </a:lnTo>
                  <a:lnTo>
                    <a:pt x="95059" y="1568945"/>
                  </a:lnTo>
                  <a:lnTo>
                    <a:pt x="95669" y="1565808"/>
                  </a:lnTo>
                  <a:lnTo>
                    <a:pt x="92557" y="1561198"/>
                  </a:lnTo>
                  <a:lnTo>
                    <a:pt x="89420" y="1560601"/>
                  </a:lnTo>
                  <a:lnTo>
                    <a:pt x="25311" y="1604010"/>
                  </a:lnTo>
                  <a:lnTo>
                    <a:pt x="708494" y="181254"/>
                  </a:lnTo>
                  <a:close/>
                </a:path>
                <a:path w="2165350" h="1628139">
                  <a:moveTo>
                    <a:pt x="2165007" y="53225"/>
                  </a:moveTo>
                  <a:lnTo>
                    <a:pt x="2074887" y="0"/>
                  </a:lnTo>
                  <a:lnTo>
                    <a:pt x="2071801" y="800"/>
                  </a:lnTo>
                  <a:lnTo>
                    <a:pt x="2068969" y="5588"/>
                  </a:lnTo>
                  <a:lnTo>
                    <a:pt x="2069769" y="8674"/>
                  </a:lnTo>
                  <a:lnTo>
                    <a:pt x="2136419" y="48056"/>
                  </a:lnTo>
                  <a:lnTo>
                    <a:pt x="1880870" y="46710"/>
                  </a:lnTo>
                  <a:lnTo>
                    <a:pt x="1880819" y="56781"/>
                  </a:lnTo>
                  <a:lnTo>
                    <a:pt x="2136368" y="58127"/>
                  </a:lnTo>
                  <a:lnTo>
                    <a:pt x="2069312" y="96786"/>
                  </a:lnTo>
                  <a:lnTo>
                    <a:pt x="2068487" y="99860"/>
                  </a:lnTo>
                  <a:lnTo>
                    <a:pt x="2071255" y="104686"/>
                  </a:lnTo>
                  <a:lnTo>
                    <a:pt x="2074341" y="105511"/>
                  </a:lnTo>
                  <a:lnTo>
                    <a:pt x="2156345" y="58216"/>
                  </a:lnTo>
                  <a:lnTo>
                    <a:pt x="2165007" y="5322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5541238" y="4702657"/>
              <a:ext cx="1675244" cy="92237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4188266" y="1872050"/>
            <a:ext cx="2561665" cy="328492"/>
            <a:chOff x="3142678" y="1227112"/>
            <a:chExt cx="2822575" cy="361950"/>
          </a:xfrm>
        </p:grpSpPr>
        <p:sp>
          <p:nvSpPr>
            <p:cNvPr id="60" name="object 60"/>
            <p:cNvSpPr/>
            <p:nvPr/>
          </p:nvSpPr>
          <p:spPr>
            <a:xfrm>
              <a:off x="3142678" y="1227111"/>
              <a:ext cx="1921510" cy="360045"/>
            </a:xfrm>
            <a:custGeom>
              <a:avLst/>
              <a:gdLst/>
              <a:ahLst/>
              <a:cxnLst/>
              <a:rect l="l" t="t" r="r" b="b"/>
              <a:pathLst>
                <a:path w="1921510" h="360044">
                  <a:moveTo>
                    <a:pt x="641388" y="9207"/>
                  </a:moveTo>
                  <a:lnTo>
                    <a:pt x="637298" y="0"/>
                  </a:lnTo>
                  <a:lnTo>
                    <a:pt x="24104" y="272656"/>
                  </a:lnTo>
                  <a:lnTo>
                    <a:pt x="69367" y="209829"/>
                  </a:lnTo>
                  <a:lnTo>
                    <a:pt x="68846" y="206679"/>
                  </a:lnTo>
                  <a:lnTo>
                    <a:pt x="64338" y="203428"/>
                  </a:lnTo>
                  <a:lnTo>
                    <a:pt x="61188" y="203949"/>
                  </a:lnTo>
                  <a:lnTo>
                    <a:pt x="0" y="288874"/>
                  </a:lnTo>
                  <a:lnTo>
                    <a:pt x="104025" y="300355"/>
                  </a:lnTo>
                  <a:lnTo>
                    <a:pt x="106514" y="298361"/>
                  </a:lnTo>
                  <a:lnTo>
                    <a:pt x="107124" y="292836"/>
                  </a:lnTo>
                  <a:lnTo>
                    <a:pt x="105130" y="290347"/>
                  </a:lnTo>
                  <a:lnTo>
                    <a:pt x="96723" y="289420"/>
                  </a:lnTo>
                  <a:lnTo>
                    <a:pt x="28181" y="281863"/>
                  </a:lnTo>
                  <a:lnTo>
                    <a:pt x="641388" y="9207"/>
                  </a:lnTo>
                  <a:close/>
                </a:path>
                <a:path w="1921510" h="360044">
                  <a:moveTo>
                    <a:pt x="1921192" y="8470"/>
                  </a:moveTo>
                  <a:lnTo>
                    <a:pt x="1914753" y="736"/>
                  </a:lnTo>
                  <a:lnTo>
                    <a:pt x="1510487" y="337769"/>
                  </a:lnTo>
                  <a:lnTo>
                    <a:pt x="1536890" y="264960"/>
                  </a:lnTo>
                  <a:lnTo>
                    <a:pt x="1535544" y="262077"/>
                  </a:lnTo>
                  <a:lnTo>
                    <a:pt x="1530311" y="260184"/>
                  </a:lnTo>
                  <a:lnTo>
                    <a:pt x="1527429" y="261531"/>
                  </a:lnTo>
                  <a:lnTo>
                    <a:pt x="1491742" y="359956"/>
                  </a:lnTo>
                  <a:lnTo>
                    <a:pt x="1506829" y="357416"/>
                  </a:lnTo>
                  <a:lnTo>
                    <a:pt x="1594942" y="342582"/>
                  </a:lnTo>
                  <a:lnTo>
                    <a:pt x="1596796" y="339979"/>
                  </a:lnTo>
                  <a:lnTo>
                    <a:pt x="1595869" y="334505"/>
                  </a:lnTo>
                  <a:lnTo>
                    <a:pt x="1593278" y="332651"/>
                  </a:lnTo>
                  <a:lnTo>
                    <a:pt x="1516926" y="345503"/>
                  </a:lnTo>
                  <a:lnTo>
                    <a:pt x="1921192" y="847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5859805" y="1304213"/>
              <a:ext cx="106045" cy="284480"/>
            </a:xfrm>
            <a:custGeom>
              <a:avLst/>
              <a:gdLst/>
              <a:ahLst/>
              <a:cxnLst/>
              <a:rect l="l" t="t" r="r" b="b"/>
              <a:pathLst>
                <a:path w="106045" h="284480">
                  <a:moveTo>
                    <a:pt x="5676" y="187528"/>
                  </a:moveTo>
                  <a:lnTo>
                    <a:pt x="838" y="190284"/>
                  </a:lnTo>
                  <a:lnTo>
                    <a:pt x="0" y="193357"/>
                  </a:lnTo>
                  <a:lnTo>
                    <a:pt x="51790" y="284340"/>
                  </a:lnTo>
                  <a:lnTo>
                    <a:pt x="57727" y="274396"/>
                  </a:lnTo>
                  <a:lnTo>
                    <a:pt x="46850" y="274294"/>
                  </a:lnTo>
                  <a:lnTo>
                    <a:pt x="47044" y="255662"/>
                  </a:lnTo>
                  <a:lnTo>
                    <a:pt x="8750" y="188379"/>
                  </a:lnTo>
                  <a:lnTo>
                    <a:pt x="5676" y="187528"/>
                  </a:lnTo>
                  <a:close/>
                </a:path>
                <a:path w="106045" h="284480">
                  <a:moveTo>
                    <a:pt x="47044" y="255662"/>
                  </a:moveTo>
                  <a:lnTo>
                    <a:pt x="46850" y="274294"/>
                  </a:lnTo>
                  <a:lnTo>
                    <a:pt x="56921" y="274396"/>
                  </a:lnTo>
                  <a:lnTo>
                    <a:pt x="56947" y="271856"/>
                  </a:lnTo>
                  <a:lnTo>
                    <a:pt x="47574" y="271754"/>
                  </a:lnTo>
                  <a:lnTo>
                    <a:pt x="51992" y="264355"/>
                  </a:lnTo>
                  <a:lnTo>
                    <a:pt x="47044" y="255662"/>
                  </a:lnTo>
                  <a:close/>
                </a:path>
                <a:path w="106045" h="284480">
                  <a:moveTo>
                    <a:pt x="99898" y="188518"/>
                  </a:moveTo>
                  <a:lnTo>
                    <a:pt x="96812" y="189293"/>
                  </a:lnTo>
                  <a:lnTo>
                    <a:pt x="57115" y="255775"/>
                  </a:lnTo>
                  <a:lnTo>
                    <a:pt x="56921" y="274396"/>
                  </a:lnTo>
                  <a:lnTo>
                    <a:pt x="57727" y="274396"/>
                  </a:lnTo>
                  <a:lnTo>
                    <a:pt x="105448" y="194462"/>
                  </a:lnTo>
                  <a:lnTo>
                    <a:pt x="104673" y="191363"/>
                  </a:lnTo>
                  <a:lnTo>
                    <a:pt x="99898" y="188518"/>
                  </a:lnTo>
                  <a:close/>
                </a:path>
                <a:path w="106045" h="284480">
                  <a:moveTo>
                    <a:pt x="51992" y="264355"/>
                  </a:moveTo>
                  <a:lnTo>
                    <a:pt x="47574" y="271754"/>
                  </a:lnTo>
                  <a:lnTo>
                    <a:pt x="56261" y="271856"/>
                  </a:lnTo>
                  <a:lnTo>
                    <a:pt x="51992" y="264355"/>
                  </a:lnTo>
                  <a:close/>
                </a:path>
                <a:path w="106045" h="284480">
                  <a:moveTo>
                    <a:pt x="57115" y="255775"/>
                  </a:moveTo>
                  <a:lnTo>
                    <a:pt x="51992" y="264355"/>
                  </a:lnTo>
                  <a:lnTo>
                    <a:pt x="56261" y="271856"/>
                  </a:lnTo>
                  <a:lnTo>
                    <a:pt x="56947" y="271856"/>
                  </a:lnTo>
                  <a:lnTo>
                    <a:pt x="57115" y="255775"/>
                  </a:lnTo>
                  <a:close/>
                </a:path>
                <a:path w="106045" h="284480">
                  <a:moveTo>
                    <a:pt x="49707" y="0"/>
                  </a:moveTo>
                  <a:lnTo>
                    <a:pt x="47044" y="255662"/>
                  </a:lnTo>
                  <a:lnTo>
                    <a:pt x="51992" y="264355"/>
                  </a:lnTo>
                  <a:lnTo>
                    <a:pt x="57115" y="255775"/>
                  </a:lnTo>
                  <a:lnTo>
                    <a:pt x="59778" y="101"/>
                  </a:lnTo>
                  <a:lnTo>
                    <a:pt x="4970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421288" y="4390455"/>
            <a:ext cx="1218880" cy="584494"/>
          </a:xfrm>
          <a:prstGeom prst="rect">
            <a:avLst/>
          </a:prstGeom>
        </p:spPr>
        <p:txBody>
          <a:bodyPr vert="horz" wrap="square" lIns="0" tIns="4610" rIns="0" bIns="0" rtlCol="0">
            <a:spAutoFit/>
          </a:bodyPr>
          <a:lstStyle/>
          <a:p>
            <a:pPr marL="26510" marR="19595" algn="ctr" defTabSz="829909">
              <a:lnSpc>
                <a:spcPct val="105000"/>
              </a:lnSpc>
              <a:spcBef>
                <a:spcPts val="36"/>
              </a:spcBef>
              <a:defRPr/>
            </a:pP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Prompt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Sakinaka not  classified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as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Area 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name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 Type.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  <a:p>
            <a:pPr algn="ctr" defTabSz="829909"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Suggestion: Add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908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rule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504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39455" y="1512909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0800" y="1629736"/>
            <a:ext cx="495620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Door</a:t>
            </a:r>
            <a:r>
              <a:rPr sz="908" spc="-3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No.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56420" y="1512909"/>
            <a:ext cx="882415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74504" y="1557814"/>
            <a:ext cx="440871" cy="29107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62820" marR="4611" indent="-51869" defTabSz="829909">
              <a:spcBef>
                <a:spcPts val="91"/>
              </a:spcBef>
              <a:defRPr/>
            </a:pPr>
            <a:r>
              <a:rPr sz="908" spc="14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il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g 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39199" y="1512909"/>
            <a:ext cx="885101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0846" y="1557814"/>
            <a:ext cx="440871" cy="29107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89907" marR="4611" indent="-78957" defTabSz="829909">
              <a:spcBef>
                <a:spcPts val="91"/>
              </a:spcBef>
              <a:defRPr/>
            </a:pPr>
            <a:r>
              <a:rPr sz="908" spc="14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il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g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87679" y="1512909"/>
            <a:ext cx="883748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6585" y="1629736"/>
            <a:ext cx="620678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Area</a:t>
            </a:r>
            <a:r>
              <a:rPr sz="908" spc="-2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55186" y="1512909"/>
            <a:ext cx="885101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13635" y="1629736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Area</a:t>
            </a:r>
            <a:r>
              <a:rPr sz="908" spc="-2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261295" y="1512909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08218" y="1629736"/>
            <a:ext cx="384394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str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65585" y="2243868"/>
            <a:ext cx="1027464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21099" y="2440247"/>
            <a:ext cx="516943" cy="583107"/>
          </a:xfrm>
          <a:prstGeom prst="rect">
            <a:avLst/>
          </a:prstGeom>
        </p:spPr>
        <p:txBody>
          <a:bodyPr vert="horz" wrap="square" lIns="0" tIns="7492" rIns="0" bIns="0" rtlCol="0">
            <a:spAutoFit/>
          </a:bodyPr>
          <a:lstStyle/>
          <a:p>
            <a:pPr marL="10950" marR="4611" indent="-576" algn="ctr" defTabSz="829909">
              <a:lnSpc>
                <a:spcPct val="102699"/>
              </a:lnSpc>
              <a:spcBef>
                <a:spcPts val="59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If      contains 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no.</a:t>
            </a:r>
            <a:r>
              <a:rPr sz="908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and 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left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 null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39455" y="3560685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95014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24319" y="3271738"/>
            <a:ext cx="96243" cy="258184"/>
          </a:xfrm>
          <a:custGeom>
            <a:avLst/>
            <a:gdLst/>
            <a:ahLst/>
            <a:cxnLst/>
            <a:rect l="l" t="t" r="r" b="b"/>
            <a:pathLst>
              <a:path w="106044" h="284479">
                <a:moveTo>
                  <a:pt x="5676" y="187540"/>
                </a:moveTo>
                <a:lnTo>
                  <a:pt x="850" y="190296"/>
                </a:lnTo>
                <a:lnTo>
                  <a:pt x="0" y="193370"/>
                </a:lnTo>
                <a:lnTo>
                  <a:pt x="51790" y="284340"/>
                </a:lnTo>
                <a:lnTo>
                  <a:pt x="57729" y="274396"/>
                </a:lnTo>
                <a:lnTo>
                  <a:pt x="46863" y="274294"/>
                </a:lnTo>
                <a:lnTo>
                  <a:pt x="47057" y="255666"/>
                </a:lnTo>
                <a:lnTo>
                  <a:pt x="8750" y="188379"/>
                </a:lnTo>
                <a:lnTo>
                  <a:pt x="5676" y="187540"/>
                </a:lnTo>
                <a:close/>
              </a:path>
              <a:path w="106044" h="284479">
                <a:moveTo>
                  <a:pt x="47057" y="255666"/>
                </a:moveTo>
                <a:lnTo>
                  <a:pt x="46863" y="274294"/>
                </a:lnTo>
                <a:lnTo>
                  <a:pt x="56921" y="274396"/>
                </a:lnTo>
                <a:lnTo>
                  <a:pt x="56947" y="271856"/>
                </a:lnTo>
                <a:lnTo>
                  <a:pt x="47574" y="271767"/>
                </a:lnTo>
                <a:lnTo>
                  <a:pt x="52001" y="264351"/>
                </a:lnTo>
                <a:lnTo>
                  <a:pt x="47057" y="255666"/>
                </a:lnTo>
                <a:close/>
              </a:path>
              <a:path w="106044" h="284479">
                <a:moveTo>
                  <a:pt x="99910" y="188518"/>
                </a:moveTo>
                <a:lnTo>
                  <a:pt x="96812" y="189293"/>
                </a:lnTo>
                <a:lnTo>
                  <a:pt x="57115" y="255785"/>
                </a:lnTo>
                <a:lnTo>
                  <a:pt x="56921" y="274396"/>
                </a:lnTo>
                <a:lnTo>
                  <a:pt x="57729" y="274396"/>
                </a:lnTo>
                <a:lnTo>
                  <a:pt x="105460" y="194462"/>
                </a:lnTo>
                <a:lnTo>
                  <a:pt x="104686" y="191376"/>
                </a:lnTo>
                <a:lnTo>
                  <a:pt x="99910" y="188518"/>
                </a:lnTo>
                <a:close/>
              </a:path>
              <a:path w="106044" h="284479">
                <a:moveTo>
                  <a:pt x="52001" y="264351"/>
                </a:moveTo>
                <a:lnTo>
                  <a:pt x="47574" y="271767"/>
                </a:lnTo>
                <a:lnTo>
                  <a:pt x="56273" y="271856"/>
                </a:lnTo>
                <a:lnTo>
                  <a:pt x="52001" y="264351"/>
                </a:lnTo>
                <a:close/>
              </a:path>
              <a:path w="106044" h="284479">
                <a:moveTo>
                  <a:pt x="57115" y="255785"/>
                </a:moveTo>
                <a:lnTo>
                  <a:pt x="52001" y="264351"/>
                </a:lnTo>
                <a:lnTo>
                  <a:pt x="56273" y="271856"/>
                </a:lnTo>
                <a:lnTo>
                  <a:pt x="56947" y="271856"/>
                </a:lnTo>
                <a:lnTo>
                  <a:pt x="57115" y="255785"/>
                </a:lnTo>
                <a:close/>
              </a:path>
              <a:path w="106044" h="284479">
                <a:moveTo>
                  <a:pt x="49720" y="0"/>
                </a:moveTo>
                <a:lnTo>
                  <a:pt x="47057" y="255666"/>
                </a:lnTo>
                <a:lnTo>
                  <a:pt x="52001" y="264351"/>
                </a:lnTo>
                <a:lnTo>
                  <a:pt x="57115" y="255785"/>
                </a:lnTo>
                <a:lnTo>
                  <a:pt x="59778" y="114"/>
                </a:lnTo>
                <a:lnTo>
                  <a:pt x="49720" y="0"/>
                </a:lnTo>
                <a:close/>
              </a:path>
            </a:pathLst>
          </a:custGeom>
          <a:solidFill>
            <a:srgbClr val="00CBFF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2548" y="2243868"/>
            <a:ext cx="1026127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22925" y="2440247"/>
            <a:ext cx="545758" cy="583107"/>
          </a:xfrm>
          <a:prstGeom prst="rect">
            <a:avLst/>
          </a:prstGeom>
        </p:spPr>
        <p:txBody>
          <a:bodyPr vert="horz" wrap="square" lIns="0" tIns="7492" rIns="0" bIns="0" rtlCol="0">
            <a:spAutoFit/>
          </a:bodyPr>
          <a:lstStyle/>
          <a:p>
            <a:pPr marL="11527" marR="4611" algn="ctr" defTabSz="829909">
              <a:lnSpc>
                <a:spcPct val="102699"/>
              </a:lnSpc>
              <a:spcBef>
                <a:spcPts val="59"/>
              </a:spcBef>
              <a:defRPr/>
            </a:pP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If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token</a:t>
            </a:r>
            <a:r>
              <a:rPr sz="908" spc="-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to  right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of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building  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798178" y="2243868"/>
            <a:ext cx="1026127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54541" y="2335596"/>
            <a:ext cx="513486" cy="790846"/>
          </a:xfrm>
          <a:prstGeom prst="rect">
            <a:avLst/>
          </a:prstGeom>
        </p:spPr>
        <p:txBody>
          <a:bodyPr vert="horz" wrap="square" lIns="0" tIns="6339" rIns="0" bIns="0" rtlCol="0">
            <a:spAutoFit/>
          </a:bodyPr>
          <a:lstStyle/>
          <a:p>
            <a:pPr marL="11527" marR="4611" algn="ctr" defTabSz="829909">
              <a:lnSpc>
                <a:spcPct val="104000"/>
              </a:lnSpc>
              <a:spcBef>
                <a:spcPts val="50"/>
              </a:spcBef>
              <a:defRPr/>
            </a:pP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If       c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sz="817" spc="-5" dirty="0">
                <a:solidFill>
                  <a:srgbClr val="FF0000"/>
                </a:solidFill>
                <a:latin typeface="Arial"/>
                <a:cs typeface="Arial"/>
              </a:rPr>
              <a:t>d  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in      dictionary  </a:t>
            </a:r>
            <a:r>
              <a:rPr sz="817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817" spc="-2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building  types</a:t>
            </a:r>
            <a:endParaRPr sz="81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13807" y="2243868"/>
            <a:ext cx="1027467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11952" y="2440247"/>
            <a:ext cx="429921" cy="583107"/>
          </a:xfrm>
          <a:prstGeom prst="rect">
            <a:avLst/>
          </a:prstGeom>
        </p:spPr>
        <p:txBody>
          <a:bodyPr vert="horz" wrap="square" lIns="0" tIns="7492" rIns="0" bIns="0" rtlCol="0">
            <a:spAutoFit/>
          </a:bodyPr>
          <a:lstStyle/>
          <a:p>
            <a:pPr marL="11527" marR="4611" algn="ctr" defTabSz="829909">
              <a:lnSpc>
                <a:spcPct val="102699"/>
              </a:lnSpc>
              <a:spcBef>
                <a:spcPts val="59"/>
              </a:spcBef>
              <a:defRPr/>
            </a:pP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If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right  token</a:t>
            </a:r>
            <a:r>
              <a:rPr sz="908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is 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Area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12817" y="2243868"/>
            <a:ext cx="1027469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59197" y="2299168"/>
            <a:ext cx="533656" cy="864545"/>
          </a:xfrm>
          <a:prstGeom prst="rect">
            <a:avLst/>
          </a:prstGeom>
        </p:spPr>
        <p:txBody>
          <a:bodyPr vert="horz" wrap="square" lIns="0" tIns="9221" rIns="0" bIns="0" rtlCol="0">
            <a:spAutoFit/>
          </a:bodyPr>
          <a:lstStyle/>
          <a:p>
            <a:pPr marL="10950" marR="4611" indent="1153" algn="ctr" defTabSz="829909">
              <a:lnSpc>
                <a:spcPct val="101600"/>
              </a:lnSpc>
              <a:spcBef>
                <a:spcPts val="73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If     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onta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d  in   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ona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 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Area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types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120263" y="2243868"/>
            <a:ext cx="1024783" cy="983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76797" y="2401985"/>
            <a:ext cx="505994" cy="660106"/>
          </a:xfrm>
          <a:prstGeom prst="rect">
            <a:avLst/>
          </a:prstGeom>
        </p:spPr>
        <p:txBody>
          <a:bodyPr vert="horz" wrap="square" lIns="0" tIns="6339" rIns="0" bIns="0" rtlCol="0">
            <a:spAutoFit/>
          </a:bodyPr>
          <a:lstStyle/>
          <a:p>
            <a:pPr marL="11527" marR="4611" indent="1153" algn="ctr" defTabSz="829909">
              <a:lnSpc>
                <a:spcPct val="103899"/>
              </a:lnSpc>
              <a:spcBef>
                <a:spcPts val="50"/>
              </a:spcBef>
              <a:defRPr/>
            </a:pP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If       c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817" spc="9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sz="817" spc="-5" dirty="0">
                <a:solidFill>
                  <a:srgbClr val="FF0000"/>
                </a:solidFill>
                <a:latin typeface="Arial"/>
                <a:cs typeface="Arial"/>
              </a:rPr>
              <a:t>d  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in      dictionary  </a:t>
            </a:r>
            <a:r>
              <a:rPr sz="817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817" spc="-3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17" spc="5" dirty="0">
                <a:solidFill>
                  <a:srgbClr val="FF0000"/>
                </a:solidFill>
                <a:latin typeface="Arial"/>
                <a:cs typeface="Arial"/>
              </a:rPr>
              <a:t>districts</a:t>
            </a:r>
            <a:endParaRPr sz="81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382549" y="3560685"/>
            <a:ext cx="885100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40997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729679" y="3560685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85234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206752" y="4992842"/>
            <a:ext cx="883757" cy="399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14868" y="5032276"/>
            <a:ext cx="1238474" cy="221188"/>
          </a:xfrm>
          <a:prstGeom prst="rect">
            <a:avLst/>
          </a:prstGeom>
        </p:spPr>
        <p:txBody>
          <a:bodyPr vert="horz" wrap="square" lIns="0" tIns="80682" rIns="0" bIns="0" rtlCol="0">
            <a:spAutoFit/>
          </a:bodyPr>
          <a:lstStyle/>
          <a:p>
            <a:pPr marL="11527" defTabSz="829909">
              <a:spcBef>
                <a:spcPts val="545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!</a:t>
            </a:r>
            <a:endParaRPr sz="908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86687" y="3560685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42254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261295" y="3560685"/>
            <a:ext cx="883757" cy="3990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416850" y="3676761"/>
            <a:ext cx="567082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Classified!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813692" y="3271738"/>
            <a:ext cx="96243" cy="258184"/>
          </a:xfrm>
          <a:custGeom>
            <a:avLst/>
            <a:gdLst/>
            <a:ahLst/>
            <a:cxnLst/>
            <a:rect l="l" t="t" r="r" b="b"/>
            <a:pathLst>
              <a:path w="106044" h="284479">
                <a:moveTo>
                  <a:pt x="5676" y="187540"/>
                </a:moveTo>
                <a:lnTo>
                  <a:pt x="850" y="190296"/>
                </a:lnTo>
                <a:lnTo>
                  <a:pt x="0" y="193370"/>
                </a:lnTo>
                <a:lnTo>
                  <a:pt x="51790" y="284340"/>
                </a:lnTo>
                <a:lnTo>
                  <a:pt x="57729" y="274396"/>
                </a:lnTo>
                <a:lnTo>
                  <a:pt x="46862" y="274294"/>
                </a:lnTo>
                <a:lnTo>
                  <a:pt x="47057" y="255666"/>
                </a:lnTo>
                <a:lnTo>
                  <a:pt x="8750" y="188379"/>
                </a:lnTo>
                <a:lnTo>
                  <a:pt x="5676" y="187540"/>
                </a:lnTo>
                <a:close/>
              </a:path>
              <a:path w="106044" h="284479">
                <a:moveTo>
                  <a:pt x="47057" y="255666"/>
                </a:moveTo>
                <a:lnTo>
                  <a:pt x="46862" y="274294"/>
                </a:lnTo>
                <a:lnTo>
                  <a:pt x="56934" y="274396"/>
                </a:lnTo>
                <a:lnTo>
                  <a:pt x="56960" y="271856"/>
                </a:lnTo>
                <a:lnTo>
                  <a:pt x="47574" y="271767"/>
                </a:lnTo>
                <a:lnTo>
                  <a:pt x="52001" y="264351"/>
                </a:lnTo>
                <a:lnTo>
                  <a:pt x="47057" y="255666"/>
                </a:lnTo>
                <a:close/>
              </a:path>
              <a:path w="106044" h="284479">
                <a:moveTo>
                  <a:pt x="99910" y="188518"/>
                </a:moveTo>
                <a:lnTo>
                  <a:pt x="96812" y="189293"/>
                </a:lnTo>
                <a:lnTo>
                  <a:pt x="57127" y="255765"/>
                </a:lnTo>
                <a:lnTo>
                  <a:pt x="56934" y="274396"/>
                </a:lnTo>
                <a:lnTo>
                  <a:pt x="57729" y="274396"/>
                </a:lnTo>
                <a:lnTo>
                  <a:pt x="105460" y="194462"/>
                </a:lnTo>
                <a:lnTo>
                  <a:pt x="104686" y="191376"/>
                </a:lnTo>
                <a:lnTo>
                  <a:pt x="99910" y="188518"/>
                </a:lnTo>
                <a:close/>
              </a:path>
              <a:path w="106044" h="284479">
                <a:moveTo>
                  <a:pt x="52001" y="264351"/>
                </a:moveTo>
                <a:lnTo>
                  <a:pt x="47574" y="271767"/>
                </a:lnTo>
                <a:lnTo>
                  <a:pt x="56273" y="271856"/>
                </a:lnTo>
                <a:lnTo>
                  <a:pt x="52001" y="264351"/>
                </a:lnTo>
                <a:close/>
              </a:path>
              <a:path w="106044" h="284479">
                <a:moveTo>
                  <a:pt x="57127" y="255765"/>
                </a:moveTo>
                <a:lnTo>
                  <a:pt x="52001" y="264351"/>
                </a:lnTo>
                <a:lnTo>
                  <a:pt x="56273" y="271856"/>
                </a:lnTo>
                <a:lnTo>
                  <a:pt x="56960" y="271856"/>
                </a:lnTo>
                <a:lnTo>
                  <a:pt x="57127" y="255765"/>
                </a:lnTo>
                <a:close/>
              </a:path>
              <a:path w="106044" h="284479">
                <a:moveTo>
                  <a:pt x="49720" y="0"/>
                </a:moveTo>
                <a:lnTo>
                  <a:pt x="47057" y="255666"/>
                </a:lnTo>
                <a:lnTo>
                  <a:pt x="52001" y="264351"/>
                </a:lnTo>
                <a:lnTo>
                  <a:pt x="57127" y="255765"/>
                </a:lnTo>
                <a:lnTo>
                  <a:pt x="59778" y="114"/>
                </a:lnTo>
                <a:lnTo>
                  <a:pt x="49720" y="0"/>
                </a:lnTo>
                <a:close/>
              </a:path>
            </a:pathLst>
          </a:custGeom>
          <a:solidFill>
            <a:srgbClr val="00CBFF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015340" y="3270425"/>
            <a:ext cx="352697" cy="259912"/>
            <a:chOff x="4155973" y="3603523"/>
            <a:chExt cx="388620" cy="286385"/>
          </a:xfrm>
        </p:grpSpPr>
        <p:sp>
          <p:nvSpPr>
            <p:cNvPr id="41" name="object 41"/>
            <p:cNvSpPr/>
            <p:nvPr/>
          </p:nvSpPr>
          <p:spPr>
            <a:xfrm>
              <a:off x="4439107" y="3604971"/>
              <a:ext cx="106045" cy="284480"/>
            </a:xfrm>
            <a:custGeom>
              <a:avLst/>
              <a:gdLst/>
              <a:ahLst/>
              <a:cxnLst/>
              <a:rect l="l" t="t" r="r" b="b"/>
              <a:pathLst>
                <a:path w="106045" h="284479">
                  <a:moveTo>
                    <a:pt x="5676" y="187540"/>
                  </a:moveTo>
                  <a:lnTo>
                    <a:pt x="838" y="190296"/>
                  </a:lnTo>
                  <a:lnTo>
                    <a:pt x="0" y="193370"/>
                  </a:lnTo>
                  <a:lnTo>
                    <a:pt x="51777" y="284340"/>
                  </a:lnTo>
                  <a:lnTo>
                    <a:pt x="57716" y="274396"/>
                  </a:lnTo>
                  <a:lnTo>
                    <a:pt x="46850" y="274294"/>
                  </a:lnTo>
                  <a:lnTo>
                    <a:pt x="47044" y="255662"/>
                  </a:lnTo>
                  <a:lnTo>
                    <a:pt x="8750" y="188379"/>
                  </a:lnTo>
                  <a:lnTo>
                    <a:pt x="5676" y="187540"/>
                  </a:lnTo>
                  <a:close/>
                </a:path>
                <a:path w="106045" h="284479">
                  <a:moveTo>
                    <a:pt x="47044" y="255662"/>
                  </a:moveTo>
                  <a:lnTo>
                    <a:pt x="46850" y="274294"/>
                  </a:lnTo>
                  <a:lnTo>
                    <a:pt x="56921" y="274396"/>
                  </a:lnTo>
                  <a:lnTo>
                    <a:pt x="56947" y="271856"/>
                  </a:lnTo>
                  <a:lnTo>
                    <a:pt x="47561" y="271767"/>
                  </a:lnTo>
                  <a:lnTo>
                    <a:pt x="51989" y="264351"/>
                  </a:lnTo>
                  <a:lnTo>
                    <a:pt x="47044" y="255662"/>
                  </a:lnTo>
                  <a:close/>
                </a:path>
                <a:path w="106045" h="284479">
                  <a:moveTo>
                    <a:pt x="99898" y="188518"/>
                  </a:moveTo>
                  <a:lnTo>
                    <a:pt x="96812" y="189293"/>
                  </a:lnTo>
                  <a:lnTo>
                    <a:pt x="57115" y="255768"/>
                  </a:lnTo>
                  <a:lnTo>
                    <a:pt x="56921" y="274396"/>
                  </a:lnTo>
                  <a:lnTo>
                    <a:pt x="57716" y="274396"/>
                  </a:lnTo>
                  <a:lnTo>
                    <a:pt x="105448" y="194462"/>
                  </a:lnTo>
                  <a:lnTo>
                    <a:pt x="104673" y="191376"/>
                  </a:lnTo>
                  <a:lnTo>
                    <a:pt x="99898" y="188518"/>
                  </a:lnTo>
                  <a:close/>
                </a:path>
                <a:path w="106045" h="284479">
                  <a:moveTo>
                    <a:pt x="51989" y="264351"/>
                  </a:moveTo>
                  <a:lnTo>
                    <a:pt x="47561" y="271767"/>
                  </a:lnTo>
                  <a:lnTo>
                    <a:pt x="56261" y="271856"/>
                  </a:lnTo>
                  <a:lnTo>
                    <a:pt x="51989" y="264351"/>
                  </a:lnTo>
                  <a:close/>
                </a:path>
                <a:path w="106045" h="284479">
                  <a:moveTo>
                    <a:pt x="57115" y="255768"/>
                  </a:moveTo>
                  <a:lnTo>
                    <a:pt x="51989" y="264351"/>
                  </a:lnTo>
                  <a:lnTo>
                    <a:pt x="56261" y="271856"/>
                  </a:lnTo>
                  <a:lnTo>
                    <a:pt x="56947" y="271856"/>
                  </a:lnTo>
                  <a:lnTo>
                    <a:pt x="57115" y="255768"/>
                  </a:lnTo>
                  <a:close/>
                </a:path>
                <a:path w="106045" h="284479">
                  <a:moveTo>
                    <a:pt x="49707" y="0"/>
                  </a:moveTo>
                  <a:lnTo>
                    <a:pt x="47044" y="255662"/>
                  </a:lnTo>
                  <a:lnTo>
                    <a:pt x="51989" y="264351"/>
                  </a:lnTo>
                  <a:lnTo>
                    <a:pt x="57115" y="255768"/>
                  </a:lnTo>
                  <a:lnTo>
                    <a:pt x="59778" y="114"/>
                  </a:lnTo>
                  <a:lnTo>
                    <a:pt x="49707" y="0"/>
                  </a:lnTo>
                  <a:close/>
                </a:path>
              </a:pathLst>
            </a:custGeom>
            <a:solidFill>
              <a:srgbClr val="00CB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4155973" y="3603523"/>
              <a:ext cx="106045" cy="284480"/>
            </a:xfrm>
            <a:custGeom>
              <a:avLst/>
              <a:gdLst/>
              <a:ahLst/>
              <a:cxnLst/>
              <a:rect l="l" t="t" r="r" b="b"/>
              <a:pathLst>
                <a:path w="106045" h="284479">
                  <a:moveTo>
                    <a:pt x="5638" y="187744"/>
                  </a:moveTo>
                  <a:lnTo>
                    <a:pt x="825" y="190525"/>
                  </a:lnTo>
                  <a:lnTo>
                    <a:pt x="0" y="193598"/>
                  </a:lnTo>
                  <a:lnTo>
                    <a:pt x="52260" y="284314"/>
                  </a:lnTo>
                  <a:lnTo>
                    <a:pt x="58141" y="274345"/>
                  </a:lnTo>
                  <a:lnTo>
                    <a:pt x="47269" y="274294"/>
                  </a:lnTo>
                  <a:lnTo>
                    <a:pt x="47366" y="255658"/>
                  </a:lnTo>
                  <a:lnTo>
                    <a:pt x="8724" y="188569"/>
                  </a:lnTo>
                  <a:lnTo>
                    <a:pt x="5638" y="187744"/>
                  </a:lnTo>
                  <a:close/>
                </a:path>
                <a:path w="106045" h="284479">
                  <a:moveTo>
                    <a:pt x="47366" y="255658"/>
                  </a:moveTo>
                  <a:lnTo>
                    <a:pt x="47269" y="274294"/>
                  </a:lnTo>
                  <a:lnTo>
                    <a:pt x="57340" y="274345"/>
                  </a:lnTo>
                  <a:lnTo>
                    <a:pt x="57353" y="271805"/>
                  </a:lnTo>
                  <a:lnTo>
                    <a:pt x="47967" y="271754"/>
                  </a:lnTo>
                  <a:lnTo>
                    <a:pt x="52355" y="264319"/>
                  </a:lnTo>
                  <a:lnTo>
                    <a:pt x="47366" y="255658"/>
                  </a:lnTo>
                  <a:close/>
                </a:path>
                <a:path w="106045" h="284479">
                  <a:moveTo>
                    <a:pt x="99872" y="188239"/>
                  </a:moveTo>
                  <a:lnTo>
                    <a:pt x="96786" y="189039"/>
                  </a:lnTo>
                  <a:lnTo>
                    <a:pt x="57438" y="255709"/>
                  </a:lnTo>
                  <a:lnTo>
                    <a:pt x="57340" y="274345"/>
                  </a:lnTo>
                  <a:lnTo>
                    <a:pt x="58141" y="274345"/>
                  </a:lnTo>
                  <a:lnTo>
                    <a:pt x="105460" y="194157"/>
                  </a:lnTo>
                  <a:lnTo>
                    <a:pt x="104660" y="191071"/>
                  </a:lnTo>
                  <a:lnTo>
                    <a:pt x="99872" y="188239"/>
                  </a:lnTo>
                  <a:close/>
                </a:path>
                <a:path w="106045" h="284479">
                  <a:moveTo>
                    <a:pt x="52355" y="264319"/>
                  </a:moveTo>
                  <a:lnTo>
                    <a:pt x="47967" y="271754"/>
                  </a:lnTo>
                  <a:lnTo>
                    <a:pt x="56667" y="271805"/>
                  </a:lnTo>
                  <a:lnTo>
                    <a:pt x="52355" y="264319"/>
                  </a:lnTo>
                  <a:close/>
                </a:path>
                <a:path w="106045" h="284479">
                  <a:moveTo>
                    <a:pt x="57438" y="255709"/>
                  </a:moveTo>
                  <a:lnTo>
                    <a:pt x="52355" y="264319"/>
                  </a:lnTo>
                  <a:lnTo>
                    <a:pt x="56667" y="271805"/>
                  </a:lnTo>
                  <a:lnTo>
                    <a:pt x="57353" y="271805"/>
                  </a:lnTo>
                  <a:lnTo>
                    <a:pt x="57438" y="255709"/>
                  </a:lnTo>
                  <a:close/>
                </a:path>
                <a:path w="106045" h="284479">
                  <a:moveTo>
                    <a:pt x="48704" y="0"/>
                  </a:moveTo>
                  <a:lnTo>
                    <a:pt x="47366" y="255658"/>
                  </a:lnTo>
                  <a:lnTo>
                    <a:pt x="52355" y="264319"/>
                  </a:lnTo>
                  <a:lnTo>
                    <a:pt x="57438" y="255709"/>
                  </a:lnTo>
                  <a:lnTo>
                    <a:pt x="58775" y="50"/>
                  </a:lnTo>
                  <a:lnTo>
                    <a:pt x="48704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6642254" y="3668182"/>
            <a:ext cx="1099009" cy="1105925"/>
            <a:chOff x="5948591" y="4041793"/>
            <a:chExt cx="1210945" cy="1218565"/>
          </a:xfrm>
        </p:grpSpPr>
        <p:sp>
          <p:nvSpPr>
            <p:cNvPr id="44" name="object 44"/>
            <p:cNvSpPr/>
            <p:nvPr/>
          </p:nvSpPr>
          <p:spPr>
            <a:xfrm>
              <a:off x="5995924" y="497244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9387" y="184988"/>
                  </a:moveTo>
                  <a:lnTo>
                    <a:pt x="26631" y="186601"/>
                  </a:lnTo>
                  <a:lnTo>
                    <a:pt x="0" y="287845"/>
                  </a:lnTo>
                  <a:lnTo>
                    <a:pt x="13315" y="284340"/>
                  </a:lnTo>
                  <a:lnTo>
                    <a:pt x="10629" y="284340"/>
                  </a:lnTo>
                  <a:lnTo>
                    <a:pt x="3505" y="277215"/>
                  </a:lnTo>
                  <a:lnTo>
                    <a:pt x="16681" y="264033"/>
                  </a:lnTo>
                  <a:lnTo>
                    <a:pt x="36372" y="189166"/>
                  </a:lnTo>
                  <a:lnTo>
                    <a:pt x="34759" y="186410"/>
                  </a:lnTo>
                  <a:lnTo>
                    <a:pt x="29387" y="184988"/>
                  </a:lnTo>
                  <a:close/>
                </a:path>
                <a:path w="288289" h="288289">
                  <a:moveTo>
                    <a:pt x="16681" y="264033"/>
                  </a:moveTo>
                  <a:lnTo>
                    <a:pt x="3505" y="277215"/>
                  </a:lnTo>
                  <a:lnTo>
                    <a:pt x="10629" y="284340"/>
                  </a:lnTo>
                  <a:lnTo>
                    <a:pt x="12902" y="282067"/>
                  </a:lnTo>
                  <a:lnTo>
                    <a:pt x="11937" y="282067"/>
                  </a:lnTo>
                  <a:lnTo>
                    <a:pt x="5791" y="275907"/>
                  </a:lnTo>
                  <a:lnTo>
                    <a:pt x="14135" y="273710"/>
                  </a:lnTo>
                  <a:lnTo>
                    <a:pt x="16681" y="264033"/>
                  </a:lnTo>
                  <a:close/>
                </a:path>
                <a:path w="288289" h="288289">
                  <a:moveTo>
                    <a:pt x="98640" y="251459"/>
                  </a:moveTo>
                  <a:lnTo>
                    <a:pt x="23797" y="271166"/>
                  </a:lnTo>
                  <a:lnTo>
                    <a:pt x="10629" y="284340"/>
                  </a:lnTo>
                  <a:lnTo>
                    <a:pt x="13315" y="284340"/>
                  </a:lnTo>
                  <a:lnTo>
                    <a:pt x="101206" y="261200"/>
                  </a:lnTo>
                  <a:lnTo>
                    <a:pt x="102806" y="258444"/>
                  </a:lnTo>
                  <a:lnTo>
                    <a:pt x="101396" y="253072"/>
                  </a:lnTo>
                  <a:lnTo>
                    <a:pt x="98640" y="251459"/>
                  </a:lnTo>
                  <a:close/>
                </a:path>
                <a:path w="288289" h="288289">
                  <a:moveTo>
                    <a:pt x="14135" y="273710"/>
                  </a:moveTo>
                  <a:lnTo>
                    <a:pt x="5791" y="275907"/>
                  </a:lnTo>
                  <a:lnTo>
                    <a:pt x="11937" y="282067"/>
                  </a:lnTo>
                  <a:lnTo>
                    <a:pt x="14135" y="273710"/>
                  </a:lnTo>
                  <a:close/>
                </a:path>
                <a:path w="288289" h="288289">
                  <a:moveTo>
                    <a:pt x="23797" y="271166"/>
                  </a:moveTo>
                  <a:lnTo>
                    <a:pt x="14135" y="273710"/>
                  </a:lnTo>
                  <a:lnTo>
                    <a:pt x="11937" y="282067"/>
                  </a:lnTo>
                  <a:lnTo>
                    <a:pt x="12902" y="282067"/>
                  </a:lnTo>
                  <a:lnTo>
                    <a:pt x="23797" y="271166"/>
                  </a:lnTo>
                  <a:close/>
                </a:path>
                <a:path w="288289" h="288289">
                  <a:moveTo>
                    <a:pt x="280593" y="0"/>
                  </a:moveTo>
                  <a:lnTo>
                    <a:pt x="16681" y="264033"/>
                  </a:lnTo>
                  <a:lnTo>
                    <a:pt x="14135" y="273710"/>
                  </a:lnTo>
                  <a:lnTo>
                    <a:pt x="23797" y="271166"/>
                  </a:lnTo>
                  <a:lnTo>
                    <a:pt x="287718" y="7124"/>
                  </a:lnTo>
                  <a:lnTo>
                    <a:pt x="280593" y="0"/>
                  </a:lnTo>
                  <a:close/>
                </a:path>
              </a:pathLst>
            </a:custGeom>
            <a:solidFill>
              <a:srgbClr val="00CB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5948591" y="4041793"/>
              <a:ext cx="1210551" cy="10052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6" name="object 46"/>
          <p:cNvSpPr/>
          <p:nvPr/>
        </p:nvSpPr>
        <p:spPr>
          <a:xfrm>
            <a:off x="8522602" y="3271738"/>
            <a:ext cx="96243" cy="258184"/>
          </a:xfrm>
          <a:custGeom>
            <a:avLst/>
            <a:gdLst/>
            <a:ahLst/>
            <a:cxnLst/>
            <a:rect l="l" t="t" r="r" b="b"/>
            <a:pathLst>
              <a:path w="106045" h="284479">
                <a:moveTo>
                  <a:pt x="5664" y="187540"/>
                </a:moveTo>
                <a:lnTo>
                  <a:pt x="838" y="190296"/>
                </a:lnTo>
                <a:lnTo>
                  <a:pt x="0" y="193370"/>
                </a:lnTo>
                <a:lnTo>
                  <a:pt x="51777" y="284340"/>
                </a:lnTo>
                <a:lnTo>
                  <a:pt x="57716" y="274396"/>
                </a:lnTo>
                <a:lnTo>
                  <a:pt x="46850" y="274294"/>
                </a:lnTo>
                <a:lnTo>
                  <a:pt x="47044" y="255666"/>
                </a:lnTo>
                <a:lnTo>
                  <a:pt x="8737" y="188379"/>
                </a:lnTo>
                <a:lnTo>
                  <a:pt x="5664" y="187540"/>
                </a:lnTo>
                <a:close/>
              </a:path>
              <a:path w="106045" h="284479">
                <a:moveTo>
                  <a:pt x="47044" y="255666"/>
                </a:moveTo>
                <a:lnTo>
                  <a:pt x="46850" y="274294"/>
                </a:lnTo>
                <a:lnTo>
                  <a:pt x="56921" y="274396"/>
                </a:lnTo>
                <a:lnTo>
                  <a:pt x="56947" y="271856"/>
                </a:lnTo>
                <a:lnTo>
                  <a:pt x="47561" y="271767"/>
                </a:lnTo>
                <a:lnTo>
                  <a:pt x="51988" y="264351"/>
                </a:lnTo>
                <a:lnTo>
                  <a:pt x="47044" y="255666"/>
                </a:lnTo>
                <a:close/>
              </a:path>
              <a:path w="106045" h="284479">
                <a:moveTo>
                  <a:pt x="99898" y="188518"/>
                </a:moveTo>
                <a:lnTo>
                  <a:pt x="96799" y="189293"/>
                </a:lnTo>
                <a:lnTo>
                  <a:pt x="57115" y="255764"/>
                </a:lnTo>
                <a:lnTo>
                  <a:pt x="56921" y="274396"/>
                </a:lnTo>
                <a:lnTo>
                  <a:pt x="57716" y="274396"/>
                </a:lnTo>
                <a:lnTo>
                  <a:pt x="105448" y="194462"/>
                </a:lnTo>
                <a:lnTo>
                  <a:pt x="104673" y="191376"/>
                </a:lnTo>
                <a:lnTo>
                  <a:pt x="99898" y="188518"/>
                </a:lnTo>
                <a:close/>
              </a:path>
              <a:path w="106045" h="284479">
                <a:moveTo>
                  <a:pt x="51988" y="264351"/>
                </a:moveTo>
                <a:lnTo>
                  <a:pt x="47561" y="271767"/>
                </a:lnTo>
                <a:lnTo>
                  <a:pt x="56260" y="271856"/>
                </a:lnTo>
                <a:lnTo>
                  <a:pt x="51988" y="264351"/>
                </a:lnTo>
                <a:close/>
              </a:path>
              <a:path w="106045" h="284479">
                <a:moveTo>
                  <a:pt x="57115" y="255764"/>
                </a:moveTo>
                <a:lnTo>
                  <a:pt x="51988" y="264351"/>
                </a:lnTo>
                <a:lnTo>
                  <a:pt x="56260" y="271856"/>
                </a:lnTo>
                <a:lnTo>
                  <a:pt x="56947" y="271856"/>
                </a:lnTo>
                <a:lnTo>
                  <a:pt x="57115" y="255764"/>
                </a:lnTo>
                <a:close/>
              </a:path>
              <a:path w="106045" h="284479">
                <a:moveTo>
                  <a:pt x="49707" y="0"/>
                </a:moveTo>
                <a:lnTo>
                  <a:pt x="47044" y="255666"/>
                </a:lnTo>
                <a:lnTo>
                  <a:pt x="51988" y="264351"/>
                </a:lnTo>
                <a:lnTo>
                  <a:pt x="57115" y="255764"/>
                </a:lnTo>
                <a:lnTo>
                  <a:pt x="59778" y="114"/>
                </a:lnTo>
                <a:lnTo>
                  <a:pt x="49707" y="0"/>
                </a:lnTo>
                <a:close/>
              </a:path>
            </a:pathLst>
          </a:custGeom>
          <a:solidFill>
            <a:srgbClr val="00CBFF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490537" y="3270425"/>
            <a:ext cx="224182" cy="259912"/>
            <a:chOff x="9086977" y="3603523"/>
            <a:chExt cx="247015" cy="286385"/>
          </a:xfrm>
        </p:grpSpPr>
        <p:sp>
          <p:nvSpPr>
            <p:cNvPr id="48" name="object 48"/>
            <p:cNvSpPr/>
            <p:nvPr/>
          </p:nvSpPr>
          <p:spPr>
            <a:xfrm>
              <a:off x="9228048" y="3604971"/>
              <a:ext cx="106045" cy="284480"/>
            </a:xfrm>
            <a:custGeom>
              <a:avLst/>
              <a:gdLst/>
              <a:ahLst/>
              <a:cxnLst/>
              <a:rect l="l" t="t" r="r" b="b"/>
              <a:pathLst>
                <a:path w="106045" h="284479">
                  <a:moveTo>
                    <a:pt x="5676" y="187540"/>
                  </a:moveTo>
                  <a:lnTo>
                    <a:pt x="838" y="190296"/>
                  </a:lnTo>
                  <a:lnTo>
                    <a:pt x="0" y="193370"/>
                  </a:lnTo>
                  <a:lnTo>
                    <a:pt x="51777" y="284340"/>
                  </a:lnTo>
                  <a:lnTo>
                    <a:pt x="57716" y="274396"/>
                  </a:lnTo>
                  <a:lnTo>
                    <a:pt x="46850" y="274294"/>
                  </a:lnTo>
                  <a:lnTo>
                    <a:pt x="47044" y="255662"/>
                  </a:lnTo>
                  <a:lnTo>
                    <a:pt x="8750" y="188379"/>
                  </a:lnTo>
                  <a:lnTo>
                    <a:pt x="5676" y="187540"/>
                  </a:lnTo>
                  <a:close/>
                </a:path>
                <a:path w="106045" h="284479">
                  <a:moveTo>
                    <a:pt x="47044" y="255662"/>
                  </a:moveTo>
                  <a:lnTo>
                    <a:pt x="46850" y="274294"/>
                  </a:lnTo>
                  <a:lnTo>
                    <a:pt x="56921" y="274396"/>
                  </a:lnTo>
                  <a:lnTo>
                    <a:pt x="56947" y="271856"/>
                  </a:lnTo>
                  <a:lnTo>
                    <a:pt x="47561" y="271767"/>
                  </a:lnTo>
                  <a:lnTo>
                    <a:pt x="51989" y="264351"/>
                  </a:lnTo>
                  <a:lnTo>
                    <a:pt x="47044" y="255662"/>
                  </a:lnTo>
                  <a:close/>
                </a:path>
                <a:path w="106045" h="284479">
                  <a:moveTo>
                    <a:pt x="99898" y="188518"/>
                  </a:moveTo>
                  <a:lnTo>
                    <a:pt x="96812" y="189293"/>
                  </a:lnTo>
                  <a:lnTo>
                    <a:pt x="57115" y="255768"/>
                  </a:lnTo>
                  <a:lnTo>
                    <a:pt x="56921" y="274396"/>
                  </a:lnTo>
                  <a:lnTo>
                    <a:pt x="57716" y="274396"/>
                  </a:lnTo>
                  <a:lnTo>
                    <a:pt x="105448" y="194462"/>
                  </a:lnTo>
                  <a:lnTo>
                    <a:pt x="104673" y="191376"/>
                  </a:lnTo>
                  <a:lnTo>
                    <a:pt x="99898" y="188518"/>
                  </a:lnTo>
                  <a:close/>
                </a:path>
                <a:path w="106045" h="284479">
                  <a:moveTo>
                    <a:pt x="51989" y="264351"/>
                  </a:moveTo>
                  <a:lnTo>
                    <a:pt x="47561" y="271767"/>
                  </a:lnTo>
                  <a:lnTo>
                    <a:pt x="56260" y="271856"/>
                  </a:lnTo>
                  <a:lnTo>
                    <a:pt x="51989" y="264351"/>
                  </a:lnTo>
                  <a:close/>
                </a:path>
                <a:path w="106045" h="284479">
                  <a:moveTo>
                    <a:pt x="57115" y="255768"/>
                  </a:moveTo>
                  <a:lnTo>
                    <a:pt x="51989" y="264351"/>
                  </a:lnTo>
                  <a:lnTo>
                    <a:pt x="56260" y="271856"/>
                  </a:lnTo>
                  <a:lnTo>
                    <a:pt x="56947" y="271856"/>
                  </a:lnTo>
                  <a:lnTo>
                    <a:pt x="57115" y="255768"/>
                  </a:lnTo>
                  <a:close/>
                </a:path>
                <a:path w="106045" h="284479">
                  <a:moveTo>
                    <a:pt x="49707" y="0"/>
                  </a:moveTo>
                  <a:lnTo>
                    <a:pt x="47044" y="255662"/>
                  </a:lnTo>
                  <a:lnTo>
                    <a:pt x="51989" y="264351"/>
                  </a:lnTo>
                  <a:lnTo>
                    <a:pt x="57115" y="255768"/>
                  </a:lnTo>
                  <a:lnTo>
                    <a:pt x="59778" y="114"/>
                  </a:lnTo>
                  <a:lnTo>
                    <a:pt x="49707" y="0"/>
                  </a:lnTo>
                  <a:close/>
                </a:path>
              </a:pathLst>
            </a:custGeom>
            <a:solidFill>
              <a:srgbClr val="00CBFF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9086977" y="3603523"/>
              <a:ext cx="106045" cy="284480"/>
            </a:xfrm>
            <a:custGeom>
              <a:avLst/>
              <a:gdLst/>
              <a:ahLst/>
              <a:cxnLst/>
              <a:rect l="l" t="t" r="r" b="b"/>
              <a:pathLst>
                <a:path w="106045" h="284479">
                  <a:moveTo>
                    <a:pt x="5651" y="187744"/>
                  </a:moveTo>
                  <a:lnTo>
                    <a:pt x="838" y="190525"/>
                  </a:lnTo>
                  <a:lnTo>
                    <a:pt x="0" y="193598"/>
                  </a:lnTo>
                  <a:lnTo>
                    <a:pt x="52260" y="284314"/>
                  </a:lnTo>
                  <a:lnTo>
                    <a:pt x="58143" y="274345"/>
                  </a:lnTo>
                  <a:lnTo>
                    <a:pt x="47282" y="274294"/>
                  </a:lnTo>
                  <a:lnTo>
                    <a:pt x="47378" y="255661"/>
                  </a:lnTo>
                  <a:lnTo>
                    <a:pt x="8724" y="188569"/>
                  </a:lnTo>
                  <a:lnTo>
                    <a:pt x="5651" y="187744"/>
                  </a:lnTo>
                  <a:close/>
                </a:path>
                <a:path w="106045" h="284479">
                  <a:moveTo>
                    <a:pt x="47378" y="255661"/>
                  </a:moveTo>
                  <a:lnTo>
                    <a:pt x="47282" y="274294"/>
                  </a:lnTo>
                  <a:lnTo>
                    <a:pt x="57353" y="274345"/>
                  </a:lnTo>
                  <a:lnTo>
                    <a:pt x="57366" y="271805"/>
                  </a:lnTo>
                  <a:lnTo>
                    <a:pt x="47980" y="271754"/>
                  </a:lnTo>
                  <a:lnTo>
                    <a:pt x="52368" y="264320"/>
                  </a:lnTo>
                  <a:lnTo>
                    <a:pt x="47378" y="255661"/>
                  </a:lnTo>
                  <a:close/>
                </a:path>
                <a:path w="106045" h="284479">
                  <a:moveTo>
                    <a:pt x="99885" y="188239"/>
                  </a:moveTo>
                  <a:lnTo>
                    <a:pt x="96799" y="189039"/>
                  </a:lnTo>
                  <a:lnTo>
                    <a:pt x="57479" y="255661"/>
                  </a:lnTo>
                  <a:lnTo>
                    <a:pt x="57353" y="274345"/>
                  </a:lnTo>
                  <a:lnTo>
                    <a:pt x="58143" y="274345"/>
                  </a:lnTo>
                  <a:lnTo>
                    <a:pt x="105460" y="194157"/>
                  </a:lnTo>
                  <a:lnTo>
                    <a:pt x="104673" y="191071"/>
                  </a:lnTo>
                  <a:lnTo>
                    <a:pt x="99885" y="188239"/>
                  </a:lnTo>
                  <a:close/>
                </a:path>
                <a:path w="106045" h="284479">
                  <a:moveTo>
                    <a:pt x="52368" y="264320"/>
                  </a:moveTo>
                  <a:lnTo>
                    <a:pt x="47980" y="271754"/>
                  </a:lnTo>
                  <a:lnTo>
                    <a:pt x="56680" y="271805"/>
                  </a:lnTo>
                  <a:lnTo>
                    <a:pt x="52368" y="264320"/>
                  </a:lnTo>
                  <a:close/>
                </a:path>
                <a:path w="106045" h="284479">
                  <a:moveTo>
                    <a:pt x="57449" y="255710"/>
                  </a:moveTo>
                  <a:lnTo>
                    <a:pt x="52368" y="264320"/>
                  </a:lnTo>
                  <a:lnTo>
                    <a:pt x="56680" y="271805"/>
                  </a:lnTo>
                  <a:lnTo>
                    <a:pt x="57366" y="271805"/>
                  </a:lnTo>
                  <a:lnTo>
                    <a:pt x="57449" y="255710"/>
                  </a:lnTo>
                  <a:close/>
                </a:path>
                <a:path w="106045" h="284479">
                  <a:moveTo>
                    <a:pt x="48704" y="0"/>
                  </a:moveTo>
                  <a:lnTo>
                    <a:pt x="47378" y="255661"/>
                  </a:lnTo>
                  <a:lnTo>
                    <a:pt x="52368" y="264320"/>
                  </a:lnTo>
                  <a:lnTo>
                    <a:pt x="57449" y="255710"/>
                  </a:lnTo>
                  <a:lnTo>
                    <a:pt x="58775" y="50"/>
                  </a:lnTo>
                  <a:lnTo>
                    <a:pt x="48704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defTabSz="829909">
                <a:defRPr/>
              </a:pPr>
              <a:endParaRPr sz="1634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0" name="object 50"/>
          <p:cNvSpPr/>
          <p:nvPr/>
        </p:nvSpPr>
        <p:spPr>
          <a:xfrm>
            <a:off x="2606246" y="705354"/>
            <a:ext cx="6617440" cy="4031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3770042" y="754173"/>
            <a:ext cx="4287691" cy="276968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1724" b="0" spc="-23" dirty="0">
                <a:solidFill>
                  <a:srgbClr val="385083"/>
                </a:solidFill>
                <a:latin typeface="Arial"/>
                <a:cs typeface="Arial"/>
              </a:rPr>
              <a:t>H171 Valecha Apartments Sakinaka</a:t>
            </a:r>
            <a:r>
              <a:rPr sz="1724" b="0" spc="-73" dirty="0">
                <a:solidFill>
                  <a:srgbClr val="385083"/>
                </a:solidFill>
                <a:latin typeface="Arial"/>
                <a:cs typeface="Arial"/>
              </a:rPr>
              <a:t> </a:t>
            </a:r>
            <a:r>
              <a:rPr sz="1724" b="0" spc="-23" dirty="0">
                <a:solidFill>
                  <a:srgbClr val="385083"/>
                </a:solidFill>
                <a:latin typeface="Arial"/>
                <a:cs typeface="Arial"/>
              </a:rPr>
              <a:t>Mumbai</a:t>
            </a:r>
            <a:endParaRPr sz="1724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998408" y="2691528"/>
            <a:ext cx="1795759" cy="104311"/>
          </a:xfrm>
          <a:custGeom>
            <a:avLst/>
            <a:gdLst/>
            <a:ahLst/>
            <a:cxnLst/>
            <a:rect l="l" t="t" r="r" b="b"/>
            <a:pathLst>
              <a:path w="1978660" h="114935">
                <a:moveTo>
                  <a:pt x="417626" y="58064"/>
                </a:moveTo>
                <a:lnTo>
                  <a:pt x="416242" y="58064"/>
                </a:lnTo>
                <a:lnTo>
                  <a:pt x="397522" y="58064"/>
                </a:lnTo>
                <a:lnTo>
                  <a:pt x="330631" y="96786"/>
                </a:lnTo>
                <a:lnTo>
                  <a:pt x="329806" y="99872"/>
                </a:lnTo>
                <a:lnTo>
                  <a:pt x="332600" y="104686"/>
                </a:lnTo>
                <a:lnTo>
                  <a:pt x="335673" y="105511"/>
                </a:lnTo>
                <a:lnTo>
                  <a:pt x="417626" y="58064"/>
                </a:lnTo>
                <a:close/>
              </a:path>
              <a:path w="1978660" h="114935">
                <a:moveTo>
                  <a:pt x="426250" y="53073"/>
                </a:moveTo>
                <a:lnTo>
                  <a:pt x="336042" y="0"/>
                </a:lnTo>
                <a:lnTo>
                  <a:pt x="332955" y="800"/>
                </a:lnTo>
                <a:lnTo>
                  <a:pt x="330136" y="5600"/>
                </a:lnTo>
                <a:lnTo>
                  <a:pt x="330936" y="8686"/>
                </a:lnTo>
                <a:lnTo>
                  <a:pt x="397637" y="47929"/>
                </a:lnTo>
                <a:lnTo>
                  <a:pt x="38" y="46545"/>
                </a:lnTo>
                <a:lnTo>
                  <a:pt x="0" y="56616"/>
                </a:lnTo>
                <a:lnTo>
                  <a:pt x="397637" y="58000"/>
                </a:lnTo>
                <a:lnTo>
                  <a:pt x="416242" y="58064"/>
                </a:lnTo>
                <a:lnTo>
                  <a:pt x="417728" y="58000"/>
                </a:lnTo>
                <a:lnTo>
                  <a:pt x="426250" y="53073"/>
                </a:lnTo>
                <a:close/>
              </a:path>
              <a:path w="1978660" h="114935">
                <a:moveTo>
                  <a:pt x="1970011" y="66954"/>
                </a:moveTo>
                <a:lnTo>
                  <a:pt x="1968652" y="66954"/>
                </a:lnTo>
                <a:lnTo>
                  <a:pt x="1949907" y="66954"/>
                </a:lnTo>
                <a:lnTo>
                  <a:pt x="1883041" y="105676"/>
                </a:lnTo>
                <a:lnTo>
                  <a:pt x="1882216" y="108750"/>
                </a:lnTo>
                <a:lnTo>
                  <a:pt x="1885010" y="113563"/>
                </a:lnTo>
                <a:lnTo>
                  <a:pt x="1888083" y="114388"/>
                </a:lnTo>
                <a:lnTo>
                  <a:pt x="1970011" y="66954"/>
                </a:lnTo>
                <a:close/>
              </a:path>
              <a:path w="1978660" h="114935">
                <a:moveTo>
                  <a:pt x="1978660" y="61950"/>
                </a:moveTo>
                <a:lnTo>
                  <a:pt x="1888451" y="8877"/>
                </a:lnTo>
                <a:lnTo>
                  <a:pt x="1885365" y="9690"/>
                </a:lnTo>
                <a:lnTo>
                  <a:pt x="1882546" y="14478"/>
                </a:lnTo>
                <a:lnTo>
                  <a:pt x="1883346" y="17564"/>
                </a:lnTo>
                <a:lnTo>
                  <a:pt x="1950072" y="56819"/>
                </a:lnTo>
                <a:lnTo>
                  <a:pt x="1552448" y="55435"/>
                </a:lnTo>
                <a:lnTo>
                  <a:pt x="1552409" y="65506"/>
                </a:lnTo>
                <a:lnTo>
                  <a:pt x="1950021" y="66890"/>
                </a:lnTo>
                <a:lnTo>
                  <a:pt x="1968652" y="66954"/>
                </a:lnTo>
                <a:lnTo>
                  <a:pt x="1970125" y="66890"/>
                </a:lnTo>
                <a:lnTo>
                  <a:pt x="1978660" y="61950"/>
                </a:lnTo>
                <a:close/>
              </a:path>
            </a:pathLst>
          </a:custGeom>
          <a:solidFill>
            <a:srgbClr val="00CBFF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867265" y="2682123"/>
            <a:ext cx="387275" cy="96243"/>
          </a:xfrm>
          <a:custGeom>
            <a:avLst/>
            <a:gdLst/>
            <a:ahLst/>
            <a:cxnLst/>
            <a:rect l="l" t="t" r="r" b="b"/>
            <a:pathLst>
              <a:path w="426720" h="106044">
                <a:moveTo>
                  <a:pt x="336042" y="0"/>
                </a:moveTo>
                <a:lnTo>
                  <a:pt x="332955" y="800"/>
                </a:lnTo>
                <a:lnTo>
                  <a:pt x="330136" y="5600"/>
                </a:lnTo>
                <a:lnTo>
                  <a:pt x="330936" y="8686"/>
                </a:lnTo>
                <a:lnTo>
                  <a:pt x="397649" y="47928"/>
                </a:lnTo>
                <a:lnTo>
                  <a:pt x="416280" y="47993"/>
                </a:lnTo>
                <a:lnTo>
                  <a:pt x="416242" y="58064"/>
                </a:lnTo>
                <a:lnTo>
                  <a:pt x="397526" y="58064"/>
                </a:lnTo>
                <a:lnTo>
                  <a:pt x="330631" y="96786"/>
                </a:lnTo>
                <a:lnTo>
                  <a:pt x="329806" y="99872"/>
                </a:lnTo>
                <a:lnTo>
                  <a:pt x="332600" y="104686"/>
                </a:lnTo>
                <a:lnTo>
                  <a:pt x="335673" y="105498"/>
                </a:lnTo>
                <a:lnTo>
                  <a:pt x="417607" y="58064"/>
                </a:lnTo>
                <a:lnTo>
                  <a:pt x="416242" y="58064"/>
                </a:lnTo>
                <a:lnTo>
                  <a:pt x="417718" y="57999"/>
                </a:lnTo>
                <a:lnTo>
                  <a:pt x="426250" y="53060"/>
                </a:lnTo>
                <a:lnTo>
                  <a:pt x="336042" y="0"/>
                </a:lnTo>
                <a:close/>
              </a:path>
              <a:path w="426720" h="106044">
                <a:moveTo>
                  <a:pt x="406273" y="53001"/>
                </a:moveTo>
                <a:lnTo>
                  <a:pt x="397638" y="57999"/>
                </a:lnTo>
                <a:lnTo>
                  <a:pt x="416242" y="58064"/>
                </a:lnTo>
                <a:lnTo>
                  <a:pt x="416245" y="57378"/>
                </a:lnTo>
                <a:lnTo>
                  <a:pt x="413715" y="57378"/>
                </a:lnTo>
                <a:lnTo>
                  <a:pt x="406273" y="53001"/>
                </a:lnTo>
                <a:close/>
              </a:path>
              <a:path w="426720" h="106044">
                <a:moveTo>
                  <a:pt x="38" y="46545"/>
                </a:moveTo>
                <a:lnTo>
                  <a:pt x="0" y="56616"/>
                </a:lnTo>
                <a:lnTo>
                  <a:pt x="397638" y="57999"/>
                </a:lnTo>
                <a:lnTo>
                  <a:pt x="406273" y="53001"/>
                </a:lnTo>
                <a:lnTo>
                  <a:pt x="397649" y="47928"/>
                </a:lnTo>
                <a:lnTo>
                  <a:pt x="38" y="46545"/>
                </a:lnTo>
                <a:close/>
              </a:path>
              <a:path w="426720" h="106044">
                <a:moveTo>
                  <a:pt x="413740" y="48679"/>
                </a:moveTo>
                <a:lnTo>
                  <a:pt x="406273" y="53001"/>
                </a:lnTo>
                <a:lnTo>
                  <a:pt x="413715" y="57378"/>
                </a:lnTo>
                <a:lnTo>
                  <a:pt x="413740" y="48679"/>
                </a:lnTo>
                <a:close/>
              </a:path>
              <a:path w="426720" h="106044">
                <a:moveTo>
                  <a:pt x="416278" y="48679"/>
                </a:moveTo>
                <a:lnTo>
                  <a:pt x="413740" y="48679"/>
                </a:lnTo>
                <a:lnTo>
                  <a:pt x="413715" y="57378"/>
                </a:lnTo>
                <a:lnTo>
                  <a:pt x="416245" y="57378"/>
                </a:lnTo>
                <a:lnTo>
                  <a:pt x="416278" y="48679"/>
                </a:lnTo>
                <a:close/>
              </a:path>
              <a:path w="426720" h="106044">
                <a:moveTo>
                  <a:pt x="397649" y="47928"/>
                </a:moveTo>
                <a:lnTo>
                  <a:pt x="406273" y="53001"/>
                </a:lnTo>
                <a:lnTo>
                  <a:pt x="413740" y="48679"/>
                </a:lnTo>
                <a:lnTo>
                  <a:pt x="416278" y="48679"/>
                </a:lnTo>
                <a:lnTo>
                  <a:pt x="416280" y="47993"/>
                </a:lnTo>
                <a:lnTo>
                  <a:pt x="397649" y="47928"/>
                </a:lnTo>
                <a:close/>
              </a:path>
            </a:pathLst>
          </a:custGeom>
          <a:solidFill>
            <a:srgbClr val="00CBFF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942946" y="2683184"/>
            <a:ext cx="193464" cy="957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46852" y="2821990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62471" y="2821990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179437" y="2821990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222902" y="2747301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475183" y="3242460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890801" y="3314382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477005" y="3314382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721922" y="3242460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0067716" y="3314382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486687" y="972591"/>
            <a:ext cx="6701822" cy="361342"/>
          </a:xfrm>
          <a:custGeom>
            <a:avLst/>
            <a:gdLst/>
            <a:ahLst/>
            <a:cxnLst/>
            <a:rect l="l" t="t" r="r" b="b"/>
            <a:pathLst>
              <a:path w="7384415" h="398144">
                <a:moveTo>
                  <a:pt x="1350467" y="80645"/>
                </a:moveTo>
                <a:lnTo>
                  <a:pt x="1348905" y="70700"/>
                </a:lnTo>
                <a:lnTo>
                  <a:pt x="27482" y="279438"/>
                </a:lnTo>
                <a:lnTo>
                  <a:pt x="87426" y="230466"/>
                </a:lnTo>
                <a:lnTo>
                  <a:pt x="87744" y="227291"/>
                </a:lnTo>
                <a:lnTo>
                  <a:pt x="84226" y="222986"/>
                </a:lnTo>
                <a:lnTo>
                  <a:pt x="81064" y="222669"/>
                </a:lnTo>
                <a:lnTo>
                  <a:pt x="0" y="288874"/>
                </a:lnTo>
                <a:lnTo>
                  <a:pt x="97510" y="326885"/>
                </a:lnTo>
                <a:lnTo>
                  <a:pt x="100431" y="325602"/>
                </a:lnTo>
                <a:lnTo>
                  <a:pt x="102450" y="320408"/>
                </a:lnTo>
                <a:lnTo>
                  <a:pt x="101168" y="317500"/>
                </a:lnTo>
                <a:lnTo>
                  <a:pt x="36487" y="292290"/>
                </a:lnTo>
                <a:lnTo>
                  <a:pt x="29032" y="289394"/>
                </a:lnTo>
                <a:lnTo>
                  <a:pt x="10629" y="292290"/>
                </a:lnTo>
                <a:lnTo>
                  <a:pt x="17373" y="291223"/>
                </a:lnTo>
                <a:lnTo>
                  <a:pt x="29032" y="289394"/>
                </a:lnTo>
                <a:lnTo>
                  <a:pt x="1350467" y="80645"/>
                </a:lnTo>
                <a:close/>
              </a:path>
              <a:path w="7384415" h="398144">
                <a:moveTo>
                  <a:pt x="2062073" y="9207"/>
                </a:moveTo>
                <a:lnTo>
                  <a:pt x="2057984" y="0"/>
                </a:lnTo>
                <a:lnTo>
                  <a:pt x="1444777" y="272669"/>
                </a:lnTo>
                <a:lnTo>
                  <a:pt x="1490052" y="209842"/>
                </a:lnTo>
                <a:lnTo>
                  <a:pt x="1489544" y="206692"/>
                </a:lnTo>
                <a:lnTo>
                  <a:pt x="1485036" y="203441"/>
                </a:lnTo>
                <a:lnTo>
                  <a:pt x="1481886" y="203949"/>
                </a:lnTo>
                <a:lnTo>
                  <a:pt x="1420698" y="288886"/>
                </a:lnTo>
                <a:lnTo>
                  <a:pt x="1524711" y="300355"/>
                </a:lnTo>
                <a:lnTo>
                  <a:pt x="1527200" y="298361"/>
                </a:lnTo>
                <a:lnTo>
                  <a:pt x="1527810" y="292836"/>
                </a:lnTo>
                <a:lnTo>
                  <a:pt x="1525816" y="290347"/>
                </a:lnTo>
                <a:lnTo>
                  <a:pt x="1517408" y="289420"/>
                </a:lnTo>
                <a:lnTo>
                  <a:pt x="1448866" y="281863"/>
                </a:lnTo>
                <a:lnTo>
                  <a:pt x="2062073" y="9207"/>
                </a:lnTo>
                <a:close/>
              </a:path>
              <a:path w="7384415" h="398144">
                <a:moveTo>
                  <a:pt x="3341890" y="8470"/>
                </a:moveTo>
                <a:lnTo>
                  <a:pt x="3335439" y="736"/>
                </a:lnTo>
                <a:lnTo>
                  <a:pt x="2931198" y="337756"/>
                </a:lnTo>
                <a:lnTo>
                  <a:pt x="2957588" y="264972"/>
                </a:lnTo>
                <a:lnTo>
                  <a:pt x="2956229" y="262077"/>
                </a:lnTo>
                <a:lnTo>
                  <a:pt x="2951010" y="260184"/>
                </a:lnTo>
                <a:lnTo>
                  <a:pt x="2948127" y="261531"/>
                </a:lnTo>
                <a:lnTo>
                  <a:pt x="2912440" y="359956"/>
                </a:lnTo>
                <a:lnTo>
                  <a:pt x="2927527" y="357416"/>
                </a:lnTo>
                <a:lnTo>
                  <a:pt x="3015640" y="342582"/>
                </a:lnTo>
                <a:lnTo>
                  <a:pt x="3017482" y="339991"/>
                </a:lnTo>
                <a:lnTo>
                  <a:pt x="3016567" y="334505"/>
                </a:lnTo>
                <a:lnTo>
                  <a:pt x="3013964" y="332651"/>
                </a:lnTo>
                <a:lnTo>
                  <a:pt x="2937624" y="345503"/>
                </a:lnTo>
                <a:lnTo>
                  <a:pt x="3341890" y="8470"/>
                </a:lnTo>
                <a:close/>
              </a:path>
              <a:path w="7384415" h="398144">
                <a:moveTo>
                  <a:pt x="4243273" y="271564"/>
                </a:moveTo>
                <a:lnTo>
                  <a:pt x="4242498" y="268465"/>
                </a:lnTo>
                <a:lnTo>
                  <a:pt x="4237723" y="265620"/>
                </a:lnTo>
                <a:lnTo>
                  <a:pt x="4234624" y="266395"/>
                </a:lnTo>
                <a:lnTo>
                  <a:pt x="4194937" y="332879"/>
                </a:lnTo>
                <a:lnTo>
                  <a:pt x="4197591" y="77203"/>
                </a:lnTo>
                <a:lnTo>
                  <a:pt x="4187533" y="77101"/>
                </a:lnTo>
                <a:lnTo>
                  <a:pt x="4184866" y="332778"/>
                </a:lnTo>
                <a:lnTo>
                  <a:pt x="4146562" y="265480"/>
                </a:lnTo>
                <a:lnTo>
                  <a:pt x="4143489" y="264642"/>
                </a:lnTo>
                <a:lnTo>
                  <a:pt x="4138663" y="267385"/>
                </a:lnTo>
                <a:lnTo>
                  <a:pt x="4137812" y="270459"/>
                </a:lnTo>
                <a:lnTo>
                  <a:pt x="4189603" y="361442"/>
                </a:lnTo>
                <a:lnTo>
                  <a:pt x="4195534" y="351497"/>
                </a:lnTo>
                <a:lnTo>
                  <a:pt x="4243273" y="271564"/>
                </a:lnTo>
                <a:close/>
              </a:path>
              <a:path w="7384415" h="398144">
                <a:moveTo>
                  <a:pt x="7384186" y="359943"/>
                </a:moveTo>
                <a:lnTo>
                  <a:pt x="7303389" y="293395"/>
                </a:lnTo>
                <a:lnTo>
                  <a:pt x="7300227" y="293712"/>
                </a:lnTo>
                <a:lnTo>
                  <a:pt x="7296683" y="298005"/>
                </a:lnTo>
                <a:lnTo>
                  <a:pt x="7297001" y="301180"/>
                </a:lnTo>
                <a:lnTo>
                  <a:pt x="7356754" y="350405"/>
                </a:lnTo>
                <a:lnTo>
                  <a:pt x="5631827" y="70700"/>
                </a:lnTo>
                <a:lnTo>
                  <a:pt x="5630215" y="80645"/>
                </a:lnTo>
                <a:lnTo>
                  <a:pt x="7355129" y="360337"/>
                </a:lnTo>
                <a:lnTo>
                  <a:pt x="7282904" y="388150"/>
                </a:lnTo>
                <a:lnTo>
                  <a:pt x="7281608" y="391058"/>
                </a:lnTo>
                <a:lnTo>
                  <a:pt x="7283602" y="396252"/>
                </a:lnTo>
                <a:lnTo>
                  <a:pt x="7286523" y="397548"/>
                </a:lnTo>
                <a:lnTo>
                  <a:pt x="7375411" y="363321"/>
                </a:lnTo>
                <a:lnTo>
                  <a:pt x="7384186" y="359943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330918" y="3271738"/>
            <a:ext cx="96243" cy="258184"/>
          </a:xfrm>
          <a:custGeom>
            <a:avLst/>
            <a:gdLst/>
            <a:ahLst/>
            <a:cxnLst/>
            <a:rect l="l" t="t" r="r" b="b"/>
            <a:pathLst>
              <a:path w="106044" h="284479">
                <a:moveTo>
                  <a:pt x="5674" y="187540"/>
                </a:moveTo>
                <a:lnTo>
                  <a:pt x="843" y="190296"/>
                </a:lnTo>
                <a:lnTo>
                  <a:pt x="0" y="193370"/>
                </a:lnTo>
                <a:lnTo>
                  <a:pt x="51785" y="284340"/>
                </a:lnTo>
                <a:lnTo>
                  <a:pt x="57723" y="274396"/>
                </a:lnTo>
                <a:lnTo>
                  <a:pt x="46856" y="274294"/>
                </a:lnTo>
                <a:lnTo>
                  <a:pt x="47050" y="255670"/>
                </a:lnTo>
                <a:lnTo>
                  <a:pt x="8747" y="188379"/>
                </a:lnTo>
                <a:lnTo>
                  <a:pt x="5674" y="187540"/>
                </a:lnTo>
                <a:close/>
              </a:path>
              <a:path w="106044" h="284479">
                <a:moveTo>
                  <a:pt x="47050" y="255670"/>
                </a:moveTo>
                <a:lnTo>
                  <a:pt x="46856" y="274294"/>
                </a:lnTo>
                <a:lnTo>
                  <a:pt x="56922" y="274396"/>
                </a:lnTo>
                <a:lnTo>
                  <a:pt x="56949" y="271856"/>
                </a:lnTo>
                <a:lnTo>
                  <a:pt x="47567" y="271767"/>
                </a:lnTo>
                <a:lnTo>
                  <a:pt x="51993" y="264354"/>
                </a:lnTo>
                <a:lnTo>
                  <a:pt x="47050" y="255670"/>
                </a:lnTo>
                <a:close/>
              </a:path>
              <a:path w="106044" h="284479">
                <a:moveTo>
                  <a:pt x="99904" y="188518"/>
                </a:moveTo>
                <a:lnTo>
                  <a:pt x="96805" y="189293"/>
                </a:lnTo>
                <a:lnTo>
                  <a:pt x="57116" y="255773"/>
                </a:lnTo>
                <a:lnTo>
                  <a:pt x="56922" y="274396"/>
                </a:lnTo>
                <a:lnTo>
                  <a:pt x="57723" y="274396"/>
                </a:lnTo>
                <a:lnTo>
                  <a:pt x="105454" y="194462"/>
                </a:lnTo>
                <a:lnTo>
                  <a:pt x="104679" y="191376"/>
                </a:lnTo>
                <a:lnTo>
                  <a:pt x="99904" y="188518"/>
                </a:lnTo>
                <a:close/>
              </a:path>
              <a:path w="106044" h="284479">
                <a:moveTo>
                  <a:pt x="51993" y="264354"/>
                </a:moveTo>
                <a:lnTo>
                  <a:pt x="47567" y="271767"/>
                </a:lnTo>
                <a:lnTo>
                  <a:pt x="56263" y="271856"/>
                </a:lnTo>
                <a:lnTo>
                  <a:pt x="51993" y="264354"/>
                </a:lnTo>
                <a:close/>
              </a:path>
              <a:path w="106044" h="284479">
                <a:moveTo>
                  <a:pt x="57116" y="255773"/>
                </a:moveTo>
                <a:lnTo>
                  <a:pt x="51993" y="264354"/>
                </a:lnTo>
                <a:lnTo>
                  <a:pt x="56263" y="271856"/>
                </a:lnTo>
                <a:lnTo>
                  <a:pt x="56949" y="271856"/>
                </a:lnTo>
                <a:lnTo>
                  <a:pt x="57116" y="255773"/>
                </a:lnTo>
                <a:close/>
              </a:path>
              <a:path w="106044" h="284479">
                <a:moveTo>
                  <a:pt x="49711" y="0"/>
                </a:moveTo>
                <a:lnTo>
                  <a:pt x="47050" y="255670"/>
                </a:lnTo>
                <a:lnTo>
                  <a:pt x="51993" y="264354"/>
                </a:lnTo>
                <a:lnTo>
                  <a:pt x="57116" y="255773"/>
                </a:lnTo>
                <a:lnTo>
                  <a:pt x="59778" y="114"/>
                </a:lnTo>
                <a:lnTo>
                  <a:pt x="49711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3621207" y="3270424"/>
            <a:ext cx="96243" cy="258184"/>
          </a:xfrm>
          <a:custGeom>
            <a:avLst/>
            <a:gdLst/>
            <a:ahLst/>
            <a:cxnLst/>
            <a:rect l="l" t="t" r="r" b="b"/>
            <a:pathLst>
              <a:path w="106044" h="284479">
                <a:moveTo>
                  <a:pt x="5638" y="187744"/>
                </a:moveTo>
                <a:lnTo>
                  <a:pt x="825" y="190525"/>
                </a:lnTo>
                <a:lnTo>
                  <a:pt x="0" y="193598"/>
                </a:lnTo>
                <a:lnTo>
                  <a:pt x="52260" y="284314"/>
                </a:lnTo>
                <a:lnTo>
                  <a:pt x="58141" y="274345"/>
                </a:lnTo>
                <a:lnTo>
                  <a:pt x="47269" y="274294"/>
                </a:lnTo>
                <a:lnTo>
                  <a:pt x="47366" y="255658"/>
                </a:lnTo>
                <a:lnTo>
                  <a:pt x="8724" y="188569"/>
                </a:lnTo>
                <a:lnTo>
                  <a:pt x="5638" y="187744"/>
                </a:lnTo>
                <a:close/>
              </a:path>
              <a:path w="106044" h="284479">
                <a:moveTo>
                  <a:pt x="47366" y="255658"/>
                </a:moveTo>
                <a:lnTo>
                  <a:pt x="47269" y="274294"/>
                </a:lnTo>
                <a:lnTo>
                  <a:pt x="57340" y="274345"/>
                </a:lnTo>
                <a:lnTo>
                  <a:pt x="57353" y="271805"/>
                </a:lnTo>
                <a:lnTo>
                  <a:pt x="47967" y="271754"/>
                </a:lnTo>
                <a:lnTo>
                  <a:pt x="52355" y="264319"/>
                </a:lnTo>
                <a:lnTo>
                  <a:pt x="47366" y="255658"/>
                </a:lnTo>
                <a:close/>
              </a:path>
              <a:path w="106044" h="284479">
                <a:moveTo>
                  <a:pt x="99872" y="188239"/>
                </a:moveTo>
                <a:lnTo>
                  <a:pt x="96786" y="189039"/>
                </a:lnTo>
                <a:lnTo>
                  <a:pt x="57437" y="255710"/>
                </a:lnTo>
                <a:lnTo>
                  <a:pt x="57340" y="274345"/>
                </a:lnTo>
                <a:lnTo>
                  <a:pt x="58141" y="274345"/>
                </a:lnTo>
                <a:lnTo>
                  <a:pt x="105460" y="194157"/>
                </a:lnTo>
                <a:lnTo>
                  <a:pt x="104660" y="191071"/>
                </a:lnTo>
                <a:lnTo>
                  <a:pt x="99872" y="188239"/>
                </a:lnTo>
                <a:close/>
              </a:path>
              <a:path w="106044" h="284479">
                <a:moveTo>
                  <a:pt x="52355" y="264319"/>
                </a:moveTo>
                <a:lnTo>
                  <a:pt x="47967" y="271754"/>
                </a:lnTo>
                <a:lnTo>
                  <a:pt x="56667" y="271805"/>
                </a:lnTo>
                <a:lnTo>
                  <a:pt x="52355" y="264319"/>
                </a:lnTo>
                <a:close/>
              </a:path>
              <a:path w="106044" h="284479">
                <a:moveTo>
                  <a:pt x="57437" y="255710"/>
                </a:moveTo>
                <a:lnTo>
                  <a:pt x="52355" y="264319"/>
                </a:lnTo>
                <a:lnTo>
                  <a:pt x="56667" y="271805"/>
                </a:lnTo>
                <a:lnTo>
                  <a:pt x="57353" y="271805"/>
                </a:lnTo>
                <a:lnTo>
                  <a:pt x="57437" y="255710"/>
                </a:lnTo>
                <a:close/>
              </a:path>
              <a:path w="106044" h="284479">
                <a:moveTo>
                  <a:pt x="48704" y="0"/>
                </a:moveTo>
                <a:lnTo>
                  <a:pt x="47366" y="255658"/>
                </a:lnTo>
                <a:lnTo>
                  <a:pt x="52355" y="264319"/>
                </a:lnTo>
                <a:lnTo>
                  <a:pt x="57437" y="255710"/>
                </a:lnTo>
                <a:lnTo>
                  <a:pt x="58762" y="50"/>
                </a:lnTo>
                <a:lnTo>
                  <a:pt x="4870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902927" y="3828906"/>
            <a:ext cx="574574" cy="583107"/>
          </a:xfrm>
          <a:prstGeom prst="rect">
            <a:avLst/>
          </a:prstGeom>
        </p:spPr>
        <p:txBody>
          <a:bodyPr vert="horz" wrap="square" lIns="0" tIns="7492" rIns="0" bIns="0" rtlCol="0">
            <a:spAutoFit/>
          </a:bodyPr>
          <a:lstStyle/>
          <a:p>
            <a:pPr marL="11527" marR="4611" algn="ctr" defTabSz="829909">
              <a:lnSpc>
                <a:spcPct val="102699"/>
              </a:lnSpc>
              <a:spcBef>
                <a:spcPts val="59"/>
              </a:spcBef>
              <a:defRPr/>
            </a:pP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If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last 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4  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hara</a:t>
            </a:r>
            <a:r>
              <a:rPr sz="908" spc="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ter</a:t>
            </a: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s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belong </a:t>
            </a:r>
            <a:r>
              <a:rPr sz="908" dirty="0">
                <a:solidFill>
                  <a:srgbClr val="FF0000"/>
                </a:solidFill>
                <a:latin typeface="Arial"/>
                <a:cs typeface="Arial"/>
              </a:rPr>
              <a:t>to 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Area</a:t>
            </a:r>
            <a:r>
              <a:rPr sz="908" spc="-3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8" spc="5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904091" y="3476671"/>
            <a:ext cx="139465" cy="260489"/>
          </a:xfrm>
          <a:custGeom>
            <a:avLst/>
            <a:gdLst/>
            <a:ahLst/>
            <a:cxnLst/>
            <a:rect l="l" t="t" r="r" b="b"/>
            <a:pathLst>
              <a:path w="153670" h="287020">
                <a:moveTo>
                  <a:pt x="64515" y="220814"/>
                </a:moveTo>
                <a:lnTo>
                  <a:pt x="61391" y="221462"/>
                </a:lnTo>
                <a:lnTo>
                  <a:pt x="58343" y="226123"/>
                </a:lnTo>
                <a:lnTo>
                  <a:pt x="59004" y="229247"/>
                </a:lnTo>
                <a:lnTo>
                  <a:pt x="146596" y="286537"/>
                </a:lnTo>
                <a:lnTo>
                  <a:pt x="147027" y="279844"/>
                </a:lnTo>
                <a:lnTo>
                  <a:pt x="137617" y="279844"/>
                </a:lnTo>
                <a:lnTo>
                  <a:pt x="129288" y="263181"/>
                </a:lnTo>
                <a:lnTo>
                  <a:pt x="64515" y="220814"/>
                </a:lnTo>
                <a:close/>
              </a:path>
              <a:path w="153670" h="287020">
                <a:moveTo>
                  <a:pt x="129288" y="263181"/>
                </a:moveTo>
                <a:lnTo>
                  <a:pt x="137617" y="279844"/>
                </a:lnTo>
                <a:lnTo>
                  <a:pt x="142755" y="277279"/>
                </a:lnTo>
                <a:lnTo>
                  <a:pt x="137096" y="277279"/>
                </a:lnTo>
                <a:lnTo>
                  <a:pt x="137653" y="268652"/>
                </a:lnTo>
                <a:lnTo>
                  <a:pt x="129288" y="263181"/>
                </a:lnTo>
                <a:close/>
              </a:path>
              <a:path w="153670" h="287020">
                <a:moveTo>
                  <a:pt x="145668" y="179311"/>
                </a:moveTo>
                <a:lnTo>
                  <a:pt x="143281" y="181406"/>
                </a:lnTo>
                <a:lnTo>
                  <a:pt x="138295" y="258690"/>
                </a:lnTo>
                <a:lnTo>
                  <a:pt x="146621" y="275348"/>
                </a:lnTo>
                <a:lnTo>
                  <a:pt x="137617" y="279844"/>
                </a:lnTo>
                <a:lnTo>
                  <a:pt x="147027" y="279844"/>
                </a:lnTo>
                <a:lnTo>
                  <a:pt x="153327" y="182054"/>
                </a:lnTo>
                <a:lnTo>
                  <a:pt x="151218" y="179666"/>
                </a:lnTo>
                <a:lnTo>
                  <a:pt x="145668" y="179311"/>
                </a:lnTo>
                <a:close/>
              </a:path>
              <a:path w="153670" h="287020">
                <a:moveTo>
                  <a:pt x="137653" y="268652"/>
                </a:moveTo>
                <a:lnTo>
                  <a:pt x="137096" y="277279"/>
                </a:lnTo>
                <a:lnTo>
                  <a:pt x="144881" y="273380"/>
                </a:lnTo>
                <a:lnTo>
                  <a:pt x="137653" y="268652"/>
                </a:lnTo>
                <a:close/>
              </a:path>
              <a:path w="153670" h="287020">
                <a:moveTo>
                  <a:pt x="138295" y="258690"/>
                </a:moveTo>
                <a:lnTo>
                  <a:pt x="137653" y="268652"/>
                </a:lnTo>
                <a:lnTo>
                  <a:pt x="144881" y="273380"/>
                </a:lnTo>
                <a:lnTo>
                  <a:pt x="137096" y="277279"/>
                </a:lnTo>
                <a:lnTo>
                  <a:pt x="142755" y="277279"/>
                </a:lnTo>
                <a:lnTo>
                  <a:pt x="146621" y="275348"/>
                </a:lnTo>
                <a:lnTo>
                  <a:pt x="138295" y="258690"/>
                </a:lnTo>
                <a:close/>
              </a:path>
              <a:path w="153670" h="287020">
                <a:moveTo>
                  <a:pt x="9004" y="0"/>
                </a:moveTo>
                <a:lnTo>
                  <a:pt x="0" y="4508"/>
                </a:lnTo>
                <a:lnTo>
                  <a:pt x="129288" y="263181"/>
                </a:lnTo>
                <a:lnTo>
                  <a:pt x="137653" y="268652"/>
                </a:lnTo>
                <a:lnTo>
                  <a:pt x="138295" y="258690"/>
                </a:lnTo>
                <a:lnTo>
                  <a:pt x="9004" y="0"/>
                </a:lnTo>
                <a:close/>
              </a:path>
            </a:pathLst>
          </a:custGeom>
          <a:solidFill>
            <a:srgbClr val="00CBFF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752972" y="3395352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378181" y="3420943"/>
            <a:ext cx="96243" cy="1354887"/>
          </a:xfrm>
          <a:custGeom>
            <a:avLst/>
            <a:gdLst/>
            <a:ahLst/>
            <a:cxnLst/>
            <a:rect l="l" t="t" r="r" b="b"/>
            <a:pathLst>
              <a:path w="106045" h="1492885">
                <a:moveTo>
                  <a:pt x="5613" y="1396072"/>
                </a:moveTo>
                <a:lnTo>
                  <a:pt x="812" y="1398879"/>
                </a:lnTo>
                <a:lnTo>
                  <a:pt x="0" y="1401953"/>
                </a:lnTo>
                <a:lnTo>
                  <a:pt x="52704" y="1492402"/>
                </a:lnTo>
                <a:lnTo>
                  <a:pt x="58536" y="1482407"/>
                </a:lnTo>
                <a:lnTo>
                  <a:pt x="47675" y="1482407"/>
                </a:lnTo>
                <a:lnTo>
                  <a:pt x="47674" y="1463793"/>
                </a:lnTo>
                <a:lnTo>
                  <a:pt x="8686" y="1396885"/>
                </a:lnTo>
                <a:lnTo>
                  <a:pt x="5613" y="1396072"/>
                </a:lnTo>
                <a:close/>
              </a:path>
              <a:path w="106045" h="1492885">
                <a:moveTo>
                  <a:pt x="47679" y="1463801"/>
                </a:moveTo>
                <a:lnTo>
                  <a:pt x="47675" y="1482407"/>
                </a:lnTo>
                <a:lnTo>
                  <a:pt x="57734" y="1482407"/>
                </a:lnTo>
                <a:lnTo>
                  <a:pt x="57734" y="1479880"/>
                </a:lnTo>
                <a:lnTo>
                  <a:pt x="48361" y="1479867"/>
                </a:lnTo>
                <a:lnTo>
                  <a:pt x="52704" y="1472424"/>
                </a:lnTo>
                <a:lnTo>
                  <a:pt x="47679" y="1463801"/>
                </a:lnTo>
                <a:close/>
              </a:path>
              <a:path w="106045" h="1492885">
                <a:moveTo>
                  <a:pt x="99847" y="1396098"/>
                </a:moveTo>
                <a:lnTo>
                  <a:pt x="96761" y="1396911"/>
                </a:lnTo>
                <a:lnTo>
                  <a:pt x="57739" y="1463793"/>
                </a:lnTo>
                <a:lnTo>
                  <a:pt x="57734" y="1482407"/>
                </a:lnTo>
                <a:lnTo>
                  <a:pt x="58536" y="1482407"/>
                </a:lnTo>
                <a:lnTo>
                  <a:pt x="105460" y="1401978"/>
                </a:lnTo>
                <a:lnTo>
                  <a:pt x="104647" y="1398905"/>
                </a:lnTo>
                <a:lnTo>
                  <a:pt x="99847" y="1396098"/>
                </a:lnTo>
                <a:close/>
              </a:path>
              <a:path w="106045" h="1492885">
                <a:moveTo>
                  <a:pt x="52704" y="1472424"/>
                </a:moveTo>
                <a:lnTo>
                  <a:pt x="48361" y="1479867"/>
                </a:lnTo>
                <a:lnTo>
                  <a:pt x="57048" y="1479880"/>
                </a:lnTo>
                <a:lnTo>
                  <a:pt x="52704" y="1472424"/>
                </a:lnTo>
                <a:close/>
              </a:path>
              <a:path w="106045" h="1492885">
                <a:moveTo>
                  <a:pt x="57739" y="1463793"/>
                </a:moveTo>
                <a:lnTo>
                  <a:pt x="52704" y="1472424"/>
                </a:lnTo>
                <a:lnTo>
                  <a:pt x="57048" y="1479880"/>
                </a:lnTo>
                <a:lnTo>
                  <a:pt x="57734" y="1479880"/>
                </a:lnTo>
                <a:lnTo>
                  <a:pt x="57739" y="1463793"/>
                </a:lnTo>
                <a:close/>
              </a:path>
              <a:path w="106045" h="1492885">
                <a:moveTo>
                  <a:pt x="60693" y="0"/>
                </a:moveTo>
                <a:lnTo>
                  <a:pt x="50634" y="0"/>
                </a:lnTo>
                <a:lnTo>
                  <a:pt x="50507" y="273989"/>
                </a:lnTo>
                <a:lnTo>
                  <a:pt x="50355" y="400050"/>
                </a:lnTo>
                <a:lnTo>
                  <a:pt x="50164" y="512991"/>
                </a:lnTo>
                <a:lnTo>
                  <a:pt x="49885" y="629069"/>
                </a:lnTo>
                <a:lnTo>
                  <a:pt x="49568" y="709269"/>
                </a:lnTo>
                <a:lnTo>
                  <a:pt x="49085" y="746950"/>
                </a:lnTo>
                <a:lnTo>
                  <a:pt x="48948" y="755789"/>
                </a:lnTo>
                <a:lnTo>
                  <a:pt x="48666" y="795820"/>
                </a:lnTo>
                <a:lnTo>
                  <a:pt x="48234" y="929170"/>
                </a:lnTo>
                <a:lnTo>
                  <a:pt x="47942" y="1092327"/>
                </a:lnTo>
                <a:lnTo>
                  <a:pt x="47739" y="1284973"/>
                </a:lnTo>
                <a:lnTo>
                  <a:pt x="47679" y="1463801"/>
                </a:lnTo>
                <a:lnTo>
                  <a:pt x="52704" y="1472424"/>
                </a:lnTo>
                <a:lnTo>
                  <a:pt x="57734" y="1463801"/>
                </a:lnTo>
                <a:lnTo>
                  <a:pt x="57861" y="1218399"/>
                </a:lnTo>
                <a:lnTo>
                  <a:pt x="58013" y="1092314"/>
                </a:lnTo>
                <a:lnTo>
                  <a:pt x="58204" y="979385"/>
                </a:lnTo>
                <a:lnTo>
                  <a:pt x="58483" y="863307"/>
                </a:lnTo>
                <a:lnTo>
                  <a:pt x="58800" y="783107"/>
                </a:lnTo>
                <a:lnTo>
                  <a:pt x="59288" y="744994"/>
                </a:lnTo>
                <a:lnTo>
                  <a:pt x="59361" y="741845"/>
                </a:lnTo>
                <a:lnTo>
                  <a:pt x="59766" y="682078"/>
                </a:lnTo>
                <a:lnTo>
                  <a:pt x="60185" y="538695"/>
                </a:lnTo>
                <a:lnTo>
                  <a:pt x="60337" y="458444"/>
                </a:lnTo>
                <a:lnTo>
                  <a:pt x="60502" y="338391"/>
                </a:lnTo>
                <a:lnTo>
                  <a:pt x="60667" y="139179"/>
                </a:lnTo>
                <a:lnTo>
                  <a:pt x="60693" y="0"/>
                </a:lnTo>
                <a:close/>
              </a:path>
            </a:pathLst>
          </a:custGeom>
          <a:solidFill>
            <a:srgbClr val="00CBFF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649527" y="4409818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556282" y="3476694"/>
            <a:ext cx="358460" cy="1297833"/>
          </a:xfrm>
          <a:custGeom>
            <a:avLst/>
            <a:gdLst/>
            <a:ahLst/>
            <a:cxnLst/>
            <a:rect l="l" t="t" r="r" b="b"/>
            <a:pathLst>
              <a:path w="394970" h="1430020">
                <a:moveTo>
                  <a:pt x="289179" y="1148778"/>
                </a:moveTo>
                <a:lnTo>
                  <a:pt x="282079" y="1141641"/>
                </a:lnTo>
                <a:lnTo>
                  <a:pt x="16713" y="1405750"/>
                </a:lnTo>
                <a:lnTo>
                  <a:pt x="36626" y="1330896"/>
                </a:lnTo>
                <a:lnTo>
                  <a:pt x="35026" y="1328140"/>
                </a:lnTo>
                <a:lnTo>
                  <a:pt x="29641" y="1326705"/>
                </a:lnTo>
                <a:lnTo>
                  <a:pt x="26885" y="1328305"/>
                </a:lnTo>
                <a:lnTo>
                  <a:pt x="0" y="1429486"/>
                </a:lnTo>
                <a:lnTo>
                  <a:pt x="13347" y="1426006"/>
                </a:lnTo>
                <a:lnTo>
                  <a:pt x="101269" y="1403108"/>
                </a:lnTo>
                <a:lnTo>
                  <a:pt x="102882" y="1400352"/>
                </a:lnTo>
                <a:lnTo>
                  <a:pt x="101485" y="1394980"/>
                </a:lnTo>
                <a:lnTo>
                  <a:pt x="98729" y="1393355"/>
                </a:lnTo>
                <a:lnTo>
                  <a:pt x="23825" y="1412875"/>
                </a:lnTo>
                <a:lnTo>
                  <a:pt x="289179" y="1148778"/>
                </a:lnTo>
                <a:close/>
              </a:path>
              <a:path w="394970" h="1430020">
                <a:moveTo>
                  <a:pt x="394931" y="182067"/>
                </a:moveTo>
                <a:lnTo>
                  <a:pt x="392836" y="179666"/>
                </a:lnTo>
                <a:lnTo>
                  <a:pt x="387286" y="179273"/>
                </a:lnTo>
                <a:lnTo>
                  <a:pt x="384886" y="181368"/>
                </a:lnTo>
                <a:lnTo>
                  <a:pt x="379577" y="258648"/>
                </a:lnTo>
                <a:lnTo>
                  <a:pt x="251663" y="0"/>
                </a:lnTo>
                <a:lnTo>
                  <a:pt x="242646" y="4457"/>
                </a:lnTo>
                <a:lnTo>
                  <a:pt x="370547" y="263105"/>
                </a:lnTo>
                <a:lnTo>
                  <a:pt x="305955" y="220446"/>
                </a:lnTo>
                <a:lnTo>
                  <a:pt x="302831" y="221081"/>
                </a:lnTo>
                <a:lnTo>
                  <a:pt x="299770" y="225729"/>
                </a:lnTo>
                <a:lnTo>
                  <a:pt x="300405" y="228854"/>
                </a:lnTo>
                <a:lnTo>
                  <a:pt x="387756" y="286512"/>
                </a:lnTo>
                <a:lnTo>
                  <a:pt x="388213" y="279793"/>
                </a:lnTo>
                <a:lnTo>
                  <a:pt x="394931" y="182067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pPr defTabSz="829909">
              <a:defRPr/>
            </a:pPr>
            <a:endParaRPr sz="1634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75" name="Straight Arrow Connector 74"/>
          <p:cNvCxnSpPr/>
          <p:nvPr/>
        </p:nvCxnSpPr>
        <p:spPr>
          <a:xfrm flipV="1">
            <a:off x="7477500" y="3067039"/>
            <a:ext cx="577686" cy="670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bject 61"/>
          <p:cNvSpPr txBox="1"/>
          <p:nvPr/>
        </p:nvSpPr>
        <p:spPr>
          <a:xfrm>
            <a:off x="6260362" y="3979805"/>
            <a:ext cx="10027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908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object 56"/>
          <p:cNvSpPr txBox="1"/>
          <p:nvPr/>
        </p:nvSpPr>
        <p:spPr>
          <a:xfrm>
            <a:off x="7006594" y="3349296"/>
            <a:ext cx="106616" cy="15135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defTabSz="829909">
              <a:spcBef>
                <a:spcPts val="91"/>
              </a:spcBef>
              <a:defRPr/>
            </a:pPr>
            <a:r>
              <a:rPr sz="908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endParaRPr sz="908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776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4525</TotalTime>
  <Words>3095</Words>
  <Application>Microsoft Office PowerPoint</Application>
  <PresentationFormat>Widescreen</PresentationFormat>
  <Paragraphs>665</Paragraphs>
  <Slides>32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32</vt:i4>
      </vt:variant>
    </vt:vector>
  </HeadingPairs>
  <TitlesOfParts>
    <vt:vector size="46" baseType="lpstr">
      <vt:lpstr>Aptos</vt:lpstr>
      <vt:lpstr>Arial</vt:lpstr>
      <vt:lpstr>Arial Unicode MS</vt:lpstr>
      <vt:lpstr>Calibri</vt:lpstr>
      <vt:lpstr>Franklin Gothic Medium</vt:lpstr>
      <vt:lpstr>Lucida Sans Unicode</vt:lpstr>
      <vt:lpstr>Symbol</vt:lpstr>
      <vt:lpstr>Times New Roman</vt:lpstr>
      <vt:lpstr>Wingdings</vt:lpstr>
      <vt:lpstr>Office Theme</vt:lpstr>
      <vt:lpstr>1_Office Theme</vt:lpstr>
      <vt:lpstr>2_Office Theme</vt:lpstr>
      <vt:lpstr>3_Office Theme</vt:lpstr>
      <vt:lpstr>4_Office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Clustering Based Approach</vt:lpstr>
      <vt:lpstr>Home Assignment – 2 marks (Due Date: October 19, 2026)</vt:lpstr>
      <vt:lpstr>PowerPoint Presentation</vt:lpstr>
      <vt:lpstr>PowerPoint Presentation</vt:lpstr>
      <vt:lpstr>PowerPoint Presentation</vt:lpstr>
      <vt:lpstr>Sub-pattern Mining</vt:lpstr>
      <vt:lpstr>PowerPoint Presentation</vt:lpstr>
      <vt:lpstr>PowerPoint Presentation</vt:lpstr>
      <vt:lpstr>PowerPoint Presentation</vt:lpstr>
      <vt:lpstr>PowerPoint Presentation</vt:lpstr>
      <vt:lpstr>Knowledge acquisition process in RDR</vt:lpstr>
      <vt:lpstr>Rule organization in RDR framework</vt:lpstr>
      <vt:lpstr>RDR Tree – a summary</vt:lpstr>
      <vt:lpstr>H171 Valecha Apartments Saki Naka Mumbai</vt:lpstr>
      <vt:lpstr>H171 Valecha Apartments Sakinaka Mumbai</vt:lpstr>
      <vt:lpstr>H171 Valecha Apartments Sakinaka Mumbai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Composite Attribute Normalisation with Ripple Down Rules</dc:title>
  <dc:subject>Graduate Information Integration: rule-based product and postal address cleansing</dc:subject>
  <dc:creator>OpenAI</dc:creator>
  <cp:lastModifiedBy>Mukesh Mohania</cp:lastModifiedBy>
  <cp:revision>18</cp:revision>
  <dcterms:created xsi:type="dcterms:W3CDTF">2026-10-09T12:16:57Z</dcterms:created>
  <dcterms:modified xsi:type="dcterms:W3CDTF">2026-10-13T08:56:14Z</dcterms:modified>
</cp:coreProperties>
</file>